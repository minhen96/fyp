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8" r:id="rId1"/>
  </p:sldMasterIdLst>
  <p:sldIdLst>
    <p:sldId id="257" r:id="rId2"/>
  </p:sldIdLst>
  <p:sldSz cx="21396325" cy="30267275"/>
  <p:notesSz cx="6858000" cy="9144000"/>
  <p:defaultTextStyle>
    <a:defPPr>
      <a:defRPr lang="en-US"/>
    </a:defPPr>
    <a:lvl1pPr marL="0" algn="l" defTabSz="643467" rtl="0" eaLnBrk="1" latinLnBrk="0" hangingPunct="1">
      <a:defRPr sz="2534" kern="1200">
        <a:solidFill>
          <a:schemeClr val="tx1"/>
        </a:solidFill>
        <a:latin typeface="+mn-lt"/>
        <a:ea typeface="+mn-ea"/>
        <a:cs typeface="+mn-cs"/>
      </a:defRPr>
    </a:lvl1pPr>
    <a:lvl2pPr marL="643467" algn="l" defTabSz="643467" rtl="0" eaLnBrk="1" latinLnBrk="0" hangingPunct="1">
      <a:defRPr sz="2534" kern="1200">
        <a:solidFill>
          <a:schemeClr val="tx1"/>
        </a:solidFill>
        <a:latin typeface="+mn-lt"/>
        <a:ea typeface="+mn-ea"/>
        <a:cs typeface="+mn-cs"/>
      </a:defRPr>
    </a:lvl2pPr>
    <a:lvl3pPr marL="1286935" algn="l" defTabSz="643467" rtl="0" eaLnBrk="1" latinLnBrk="0" hangingPunct="1">
      <a:defRPr sz="2534" kern="1200">
        <a:solidFill>
          <a:schemeClr val="tx1"/>
        </a:solidFill>
        <a:latin typeface="+mn-lt"/>
        <a:ea typeface="+mn-ea"/>
        <a:cs typeface="+mn-cs"/>
      </a:defRPr>
    </a:lvl3pPr>
    <a:lvl4pPr marL="1930402" algn="l" defTabSz="643467" rtl="0" eaLnBrk="1" latinLnBrk="0" hangingPunct="1">
      <a:defRPr sz="2534" kern="1200">
        <a:solidFill>
          <a:schemeClr val="tx1"/>
        </a:solidFill>
        <a:latin typeface="+mn-lt"/>
        <a:ea typeface="+mn-ea"/>
        <a:cs typeface="+mn-cs"/>
      </a:defRPr>
    </a:lvl4pPr>
    <a:lvl5pPr marL="2573872" algn="l" defTabSz="643467" rtl="0" eaLnBrk="1" latinLnBrk="0" hangingPunct="1">
      <a:defRPr sz="2534" kern="1200">
        <a:solidFill>
          <a:schemeClr val="tx1"/>
        </a:solidFill>
        <a:latin typeface="+mn-lt"/>
        <a:ea typeface="+mn-ea"/>
        <a:cs typeface="+mn-cs"/>
      </a:defRPr>
    </a:lvl5pPr>
    <a:lvl6pPr marL="3217338" algn="l" defTabSz="643467" rtl="0" eaLnBrk="1" latinLnBrk="0" hangingPunct="1">
      <a:defRPr sz="2534" kern="1200">
        <a:solidFill>
          <a:schemeClr val="tx1"/>
        </a:solidFill>
        <a:latin typeface="+mn-lt"/>
        <a:ea typeface="+mn-ea"/>
        <a:cs typeface="+mn-cs"/>
      </a:defRPr>
    </a:lvl6pPr>
    <a:lvl7pPr marL="3860807" algn="l" defTabSz="643467" rtl="0" eaLnBrk="1" latinLnBrk="0" hangingPunct="1">
      <a:defRPr sz="2534" kern="1200">
        <a:solidFill>
          <a:schemeClr val="tx1"/>
        </a:solidFill>
        <a:latin typeface="+mn-lt"/>
        <a:ea typeface="+mn-ea"/>
        <a:cs typeface="+mn-cs"/>
      </a:defRPr>
    </a:lvl7pPr>
    <a:lvl8pPr marL="4504273" algn="l" defTabSz="643467" rtl="0" eaLnBrk="1" latinLnBrk="0" hangingPunct="1">
      <a:defRPr sz="2534" kern="1200">
        <a:solidFill>
          <a:schemeClr val="tx1"/>
        </a:solidFill>
        <a:latin typeface="+mn-lt"/>
        <a:ea typeface="+mn-ea"/>
        <a:cs typeface="+mn-cs"/>
      </a:defRPr>
    </a:lvl8pPr>
    <a:lvl9pPr marL="5147742" algn="l" defTabSz="643467" rtl="0" eaLnBrk="1" latinLnBrk="0" hangingPunct="1">
      <a:defRPr sz="2534"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9533" userDrawn="1">
          <p15:clr>
            <a:srgbClr val="A4A3A4"/>
          </p15:clr>
        </p15:guide>
        <p15:guide id="2" pos="67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50021"/>
    <a:srgbClr val="D3391F"/>
    <a:srgbClr val="E4604A"/>
    <a:srgbClr val="C1341D"/>
    <a:srgbClr val="F6E6AC"/>
    <a:srgbClr val="F4F0AA"/>
    <a:srgbClr val="FEC382"/>
    <a:srgbClr val="FDB25F"/>
    <a:srgbClr val="F5DAA5"/>
    <a:srgbClr val="F4CDA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8342" autoAdjust="0"/>
    <p:restoredTop sz="94660"/>
  </p:normalViewPr>
  <p:slideViewPr>
    <p:cSldViewPr snapToGrid="0">
      <p:cViewPr>
        <p:scale>
          <a:sx n="33" d="100"/>
          <a:sy n="33" d="100"/>
        </p:scale>
        <p:origin x="378" y="24"/>
      </p:cViewPr>
      <p:guideLst>
        <p:guide orient="horz" pos="9533"/>
        <p:guide pos="67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607223" y="3540892"/>
            <a:ext cx="13146934" cy="11216417"/>
          </a:xfrm>
        </p:spPr>
        <p:txBody>
          <a:bodyPr bIns="0" anchor="b">
            <a:normAutofit/>
          </a:bodyPr>
          <a:lstStyle>
            <a:lvl1pPr algn="l">
              <a:defRPr sz="8841"/>
            </a:lvl1pPr>
          </a:lstStyle>
          <a:p>
            <a:r>
              <a:rPr lang="en-US"/>
              <a:t>Click to edit Master title style</a:t>
            </a:r>
            <a:endParaRPr lang="en-US" dirty="0"/>
          </a:p>
        </p:txBody>
      </p:sp>
      <p:sp>
        <p:nvSpPr>
          <p:cNvPr id="3" name="Subtitle 2"/>
          <p:cNvSpPr>
            <a:spLocks noGrp="1"/>
          </p:cNvSpPr>
          <p:nvPr>
            <p:ph type="subTitle" idx="1"/>
          </p:nvPr>
        </p:nvSpPr>
        <p:spPr>
          <a:xfrm>
            <a:off x="5607223" y="15584718"/>
            <a:ext cx="13146934" cy="4314658"/>
          </a:xfrm>
        </p:spPr>
        <p:txBody>
          <a:bodyPr tIns="91440" bIns="91440">
            <a:normAutofit/>
          </a:bodyPr>
          <a:lstStyle>
            <a:lvl1pPr marL="0" indent="0" algn="l">
              <a:buNone/>
              <a:defRPr sz="2620" b="0" cap="all" baseline="0">
                <a:solidFill>
                  <a:schemeClr val="tx1"/>
                </a:solidFill>
              </a:defRPr>
            </a:lvl1pPr>
            <a:lvl2pPr marL="561406" indent="0" algn="ctr">
              <a:buNone/>
              <a:defRPr sz="2456"/>
            </a:lvl2pPr>
            <a:lvl3pPr marL="1122812" indent="0" algn="ctr">
              <a:buNone/>
              <a:defRPr sz="2210"/>
            </a:lvl3pPr>
            <a:lvl4pPr marL="1684218" indent="0" algn="ctr">
              <a:buNone/>
              <a:defRPr sz="1964"/>
            </a:lvl4pPr>
            <a:lvl5pPr marL="2245625" indent="0" algn="ctr">
              <a:buNone/>
              <a:defRPr sz="1964"/>
            </a:lvl5pPr>
            <a:lvl6pPr marL="2807030" indent="0" algn="ctr">
              <a:buNone/>
              <a:defRPr sz="1964"/>
            </a:lvl6pPr>
            <a:lvl7pPr marL="3368436" indent="0" algn="ctr">
              <a:buNone/>
              <a:defRPr sz="1964"/>
            </a:lvl7pPr>
            <a:lvl8pPr marL="3929842" indent="0" algn="ctr">
              <a:buNone/>
              <a:defRPr sz="1964"/>
            </a:lvl8pPr>
            <a:lvl9pPr marL="4491248" indent="0" algn="ctr">
              <a:buNone/>
              <a:defRPr sz="1964"/>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77FC8CFA-A418-4BD6-80F4-AC29D1B69495}" type="datetimeFigureOut">
              <a:rPr lang="en-MY" smtClean="0"/>
              <a:pPr/>
              <a:t>30/9/2024</a:t>
            </a:fld>
            <a:endParaRPr lang="en-MY" dirty="0"/>
          </a:p>
        </p:txBody>
      </p:sp>
      <p:sp>
        <p:nvSpPr>
          <p:cNvPr id="5" name="Footer Placeholder 4"/>
          <p:cNvSpPr>
            <a:spLocks noGrp="1"/>
          </p:cNvSpPr>
          <p:nvPr>
            <p:ph type="ftr" sz="quarter" idx="11"/>
          </p:nvPr>
        </p:nvSpPr>
        <p:spPr>
          <a:xfrm>
            <a:off x="5607222" y="1453381"/>
            <a:ext cx="7221709" cy="1364636"/>
          </a:xfrm>
        </p:spPr>
        <p:txBody>
          <a:bodyPr/>
          <a:lstStyle/>
          <a:p>
            <a:endParaRPr lang="en-MY" dirty="0"/>
          </a:p>
        </p:txBody>
      </p:sp>
      <p:sp>
        <p:nvSpPr>
          <p:cNvPr id="6" name="Slide Number Placeholder 5"/>
          <p:cNvSpPr>
            <a:spLocks noGrp="1"/>
          </p:cNvSpPr>
          <p:nvPr>
            <p:ph type="sldNum" sz="quarter" idx="12"/>
          </p:nvPr>
        </p:nvSpPr>
        <p:spPr>
          <a:xfrm>
            <a:off x="3357108" y="3526210"/>
            <a:ext cx="1876637" cy="2222504"/>
          </a:xfrm>
        </p:spPr>
        <p:txBody>
          <a:bodyPr/>
          <a:lstStyle/>
          <a:p>
            <a:fld id="{FA12F617-DA18-4316-8F55-4EF5B7D6BC5B}" type="slidenum">
              <a:rPr lang="en-MY" smtClean="0"/>
              <a:pPr/>
              <a:t>‹#›</a:t>
            </a:fld>
            <a:endParaRPr lang="en-MY" dirty="0"/>
          </a:p>
        </p:txBody>
      </p:sp>
      <p:cxnSp>
        <p:nvCxnSpPr>
          <p:cNvPr id="15" name="Straight Connector 14"/>
          <p:cNvCxnSpPr/>
          <p:nvPr/>
        </p:nvCxnSpPr>
        <p:spPr>
          <a:xfrm>
            <a:off x="5607223" y="15572959"/>
            <a:ext cx="13146934"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720419309"/>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7FC8CFA-A418-4BD6-80F4-AC29D1B69495}" type="datetimeFigureOut">
              <a:rPr lang="en-MY" smtClean="0"/>
              <a:pPr/>
              <a:t>30/9/2024</a:t>
            </a:fld>
            <a:endParaRPr lang="en-MY" dirty="0"/>
          </a:p>
        </p:txBody>
      </p:sp>
      <p:sp>
        <p:nvSpPr>
          <p:cNvPr id="5" name="Footer Placeholder 4"/>
          <p:cNvSpPr>
            <a:spLocks noGrp="1"/>
          </p:cNvSpPr>
          <p:nvPr>
            <p:ph type="ftr" sz="quarter" idx="11"/>
          </p:nvPr>
        </p:nvSpPr>
        <p:spPr/>
        <p:txBody>
          <a:bodyPr/>
          <a:lstStyle/>
          <a:p>
            <a:endParaRPr lang="en-MY" dirty="0"/>
          </a:p>
        </p:txBody>
      </p:sp>
      <p:sp>
        <p:nvSpPr>
          <p:cNvPr id="6" name="Slide Number Placeholder 5"/>
          <p:cNvSpPr>
            <a:spLocks noGrp="1"/>
          </p:cNvSpPr>
          <p:nvPr>
            <p:ph type="sldNum" sz="quarter" idx="12"/>
          </p:nvPr>
        </p:nvSpPr>
        <p:spPr/>
        <p:txBody>
          <a:bodyPr/>
          <a:lstStyle/>
          <a:p>
            <a:fld id="{FA12F617-DA18-4316-8F55-4EF5B7D6BC5B}" type="slidenum">
              <a:rPr lang="en-MY" smtClean="0"/>
              <a:pPr/>
              <a:t>‹#›</a:t>
            </a:fld>
            <a:endParaRPr lang="en-MY" dirty="0"/>
          </a:p>
        </p:txBody>
      </p:sp>
      <p:cxnSp>
        <p:nvCxnSpPr>
          <p:cNvPr id="33" name="Straight Connector 32"/>
          <p:cNvCxnSpPr/>
          <p:nvPr/>
        </p:nvCxnSpPr>
        <p:spPr>
          <a:xfrm>
            <a:off x="3377672" y="8151986"/>
            <a:ext cx="1537648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1619164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377671" y="7750553"/>
            <a:ext cx="13143395" cy="8332327"/>
          </a:xfrm>
        </p:spPr>
        <p:txBody>
          <a:bodyPr anchor="b">
            <a:normAutofit/>
          </a:bodyPr>
          <a:lstStyle>
            <a:lvl1pPr algn="l">
              <a:defRPr sz="5239"/>
            </a:lvl1pPr>
          </a:lstStyle>
          <a:p>
            <a:r>
              <a:rPr lang="en-US"/>
              <a:t>Click to edit Master title style</a:t>
            </a:r>
            <a:endParaRPr lang="en-US" dirty="0"/>
          </a:p>
        </p:txBody>
      </p:sp>
      <p:sp>
        <p:nvSpPr>
          <p:cNvPr id="3" name="Text Placeholder 2"/>
          <p:cNvSpPr>
            <a:spLocks noGrp="1"/>
          </p:cNvSpPr>
          <p:nvPr>
            <p:ph type="body" idx="1"/>
          </p:nvPr>
        </p:nvSpPr>
        <p:spPr>
          <a:xfrm>
            <a:off x="3377674" y="16798371"/>
            <a:ext cx="13143395" cy="4470487"/>
          </a:xfrm>
        </p:spPr>
        <p:txBody>
          <a:bodyPr tIns="91440">
            <a:normAutofit/>
          </a:bodyPr>
          <a:lstStyle>
            <a:lvl1pPr marL="0" indent="0" algn="l">
              <a:buNone/>
              <a:defRPr sz="2947">
                <a:solidFill>
                  <a:schemeClr val="tx1"/>
                </a:solidFill>
              </a:defRPr>
            </a:lvl1pPr>
            <a:lvl2pPr marL="561406" indent="0">
              <a:buNone/>
              <a:defRPr sz="2456">
                <a:solidFill>
                  <a:schemeClr val="tx1">
                    <a:tint val="75000"/>
                  </a:schemeClr>
                </a:solidFill>
              </a:defRPr>
            </a:lvl2pPr>
            <a:lvl3pPr marL="1122812" indent="0">
              <a:buNone/>
              <a:defRPr sz="2210">
                <a:solidFill>
                  <a:schemeClr val="tx1">
                    <a:tint val="75000"/>
                  </a:schemeClr>
                </a:solidFill>
              </a:defRPr>
            </a:lvl3pPr>
            <a:lvl4pPr marL="1684218" indent="0">
              <a:buNone/>
              <a:defRPr sz="1964">
                <a:solidFill>
                  <a:schemeClr val="tx1">
                    <a:tint val="75000"/>
                  </a:schemeClr>
                </a:solidFill>
              </a:defRPr>
            </a:lvl4pPr>
            <a:lvl5pPr marL="2245625" indent="0">
              <a:buNone/>
              <a:defRPr sz="1964">
                <a:solidFill>
                  <a:schemeClr val="tx1">
                    <a:tint val="75000"/>
                  </a:schemeClr>
                </a:solidFill>
              </a:defRPr>
            </a:lvl5pPr>
            <a:lvl6pPr marL="2807030" indent="0">
              <a:buNone/>
              <a:defRPr sz="1964">
                <a:solidFill>
                  <a:schemeClr val="tx1">
                    <a:tint val="75000"/>
                  </a:schemeClr>
                </a:solidFill>
              </a:defRPr>
            </a:lvl6pPr>
            <a:lvl7pPr marL="3368436" indent="0">
              <a:buNone/>
              <a:defRPr sz="1964">
                <a:solidFill>
                  <a:schemeClr val="tx1">
                    <a:tint val="75000"/>
                  </a:schemeClr>
                </a:solidFill>
              </a:defRPr>
            </a:lvl7pPr>
            <a:lvl8pPr marL="3929842" indent="0">
              <a:buNone/>
              <a:defRPr sz="1964">
                <a:solidFill>
                  <a:schemeClr val="tx1">
                    <a:tint val="75000"/>
                  </a:schemeClr>
                </a:solidFill>
              </a:defRPr>
            </a:lvl8pPr>
            <a:lvl9pPr marL="4491248" indent="0">
              <a:buNone/>
              <a:defRPr sz="1964">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77FC8CFA-A418-4BD6-80F4-AC29D1B69495}" type="datetimeFigureOut">
              <a:rPr lang="en-MY" smtClean="0"/>
              <a:pPr/>
              <a:t>30/9/2024</a:t>
            </a:fld>
            <a:endParaRPr lang="en-MY" dirty="0"/>
          </a:p>
        </p:txBody>
      </p:sp>
      <p:sp>
        <p:nvSpPr>
          <p:cNvPr id="5" name="Footer Placeholder 4"/>
          <p:cNvSpPr>
            <a:spLocks noGrp="1"/>
          </p:cNvSpPr>
          <p:nvPr>
            <p:ph type="ftr" sz="quarter" idx="11"/>
          </p:nvPr>
        </p:nvSpPr>
        <p:spPr/>
        <p:txBody>
          <a:bodyPr/>
          <a:lstStyle/>
          <a:p>
            <a:endParaRPr lang="en-MY" dirty="0"/>
          </a:p>
        </p:txBody>
      </p:sp>
      <p:sp>
        <p:nvSpPr>
          <p:cNvPr id="6" name="Slide Number Placeholder 5"/>
          <p:cNvSpPr>
            <a:spLocks noGrp="1"/>
          </p:cNvSpPr>
          <p:nvPr>
            <p:ph type="sldNum" sz="quarter" idx="12"/>
          </p:nvPr>
        </p:nvSpPr>
        <p:spPr/>
        <p:txBody>
          <a:bodyPr/>
          <a:lstStyle/>
          <a:p>
            <a:fld id="{FA12F617-DA18-4316-8F55-4EF5B7D6BC5B}" type="slidenum">
              <a:rPr lang="en-MY" smtClean="0"/>
              <a:pPr/>
              <a:t>‹#›</a:t>
            </a:fld>
            <a:endParaRPr lang="en-MY" dirty="0"/>
          </a:p>
        </p:txBody>
      </p:sp>
      <p:cxnSp>
        <p:nvCxnSpPr>
          <p:cNvPr id="15" name="Straight Connector 14"/>
          <p:cNvCxnSpPr/>
          <p:nvPr/>
        </p:nvCxnSpPr>
        <p:spPr>
          <a:xfrm>
            <a:off x="3377671" y="16793020"/>
            <a:ext cx="13143395"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3982258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3377672" y="3552324"/>
            <a:ext cx="15376486" cy="4675164"/>
          </a:xfrm>
        </p:spPr>
        <p:txBody>
          <a:bodyPr/>
          <a:lstStyle/>
          <a:p>
            <a:r>
              <a:rPr lang="en-US"/>
              <a:t>Click to edit Master title style</a:t>
            </a:r>
            <a:endParaRPr lang="en-US" dirty="0"/>
          </a:p>
        </p:txBody>
      </p:sp>
      <p:sp>
        <p:nvSpPr>
          <p:cNvPr id="3" name="Content Placeholder 2"/>
          <p:cNvSpPr>
            <a:spLocks noGrp="1"/>
          </p:cNvSpPr>
          <p:nvPr>
            <p:ph sz="half" idx="1"/>
          </p:nvPr>
        </p:nvSpPr>
        <p:spPr>
          <a:xfrm>
            <a:off x="3377670" y="8888359"/>
            <a:ext cx="7314321" cy="15171416"/>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11440349" y="8888360"/>
            <a:ext cx="7313809" cy="1517141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7FC8CFA-A418-4BD6-80F4-AC29D1B69495}" type="datetimeFigureOut">
              <a:rPr lang="en-MY" smtClean="0"/>
              <a:pPr/>
              <a:t>30/9/2024</a:t>
            </a:fld>
            <a:endParaRPr lang="en-MY" dirty="0"/>
          </a:p>
        </p:txBody>
      </p:sp>
      <p:sp>
        <p:nvSpPr>
          <p:cNvPr id="6" name="Footer Placeholder 5"/>
          <p:cNvSpPr>
            <a:spLocks noGrp="1"/>
          </p:cNvSpPr>
          <p:nvPr>
            <p:ph type="ftr" sz="quarter" idx="11"/>
          </p:nvPr>
        </p:nvSpPr>
        <p:spPr/>
        <p:txBody>
          <a:bodyPr/>
          <a:lstStyle/>
          <a:p>
            <a:endParaRPr lang="en-MY" dirty="0"/>
          </a:p>
        </p:txBody>
      </p:sp>
      <p:sp>
        <p:nvSpPr>
          <p:cNvPr id="7" name="Slide Number Placeholder 6"/>
          <p:cNvSpPr>
            <a:spLocks noGrp="1"/>
          </p:cNvSpPr>
          <p:nvPr>
            <p:ph type="sldNum" sz="quarter" idx="12"/>
          </p:nvPr>
        </p:nvSpPr>
        <p:spPr/>
        <p:txBody>
          <a:bodyPr/>
          <a:lstStyle/>
          <a:p>
            <a:fld id="{FA12F617-DA18-4316-8F55-4EF5B7D6BC5B}" type="slidenum">
              <a:rPr lang="en-MY" smtClean="0"/>
              <a:pPr/>
              <a:t>‹#›</a:t>
            </a:fld>
            <a:endParaRPr lang="en-MY" dirty="0"/>
          </a:p>
        </p:txBody>
      </p:sp>
      <p:cxnSp>
        <p:nvCxnSpPr>
          <p:cNvPr id="33" name="Straight Connector 32"/>
          <p:cNvCxnSpPr/>
          <p:nvPr/>
        </p:nvCxnSpPr>
        <p:spPr>
          <a:xfrm>
            <a:off x="3377672" y="8151986"/>
            <a:ext cx="1537648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8406705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cxnSp>
        <p:nvCxnSpPr>
          <p:cNvPr id="36" name="Straight Connector 35"/>
          <p:cNvCxnSpPr/>
          <p:nvPr/>
        </p:nvCxnSpPr>
        <p:spPr>
          <a:xfrm>
            <a:off x="3377672" y="8151986"/>
            <a:ext cx="15376486"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2" name="Title 1"/>
          <p:cNvSpPr>
            <a:spLocks noGrp="1"/>
          </p:cNvSpPr>
          <p:nvPr>
            <p:ph type="title"/>
          </p:nvPr>
        </p:nvSpPr>
        <p:spPr>
          <a:xfrm>
            <a:off x="3377672" y="3549126"/>
            <a:ext cx="15376488" cy="4661985"/>
          </a:xfrm>
        </p:spPr>
        <p:txBody>
          <a:bodyPr/>
          <a:lstStyle/>
          <a:p>
            <a:r>
              <a:rPr lang="en-US"/>
              <a:t>Click to edit Master title style</a:t>
            </a:r>
            <a:endParaRPr lang="en-US" dirty="0"/>
          </a:p>
        </p:txBody>
      </p:sp>
      <p:sp>
        <p:nvSpPr>
          <p:cNvPr id="3" name="Text Placeholder 2"/>
          <p:cNvSpPr>
            <a:spLocks noGrp="1"/>
          </p:cNvSpPr>
          <p:nvPr>
            <p:ph type="body" idx="1"/>
          </p:nvPr>
        </p:nvSpPr>
        <p:spPr>
          <a:xfrm>
            <a:off x="3377673" y="8913142"/>
            <a:ext cx="7314075" cy="3539316"/>
          </a:xfrm>
        </p:spPr>
        <p:txBody>
          <a:bodyPr anchor="b">
            <a:normAutofit/>
          </a:bodyPr>
          <a:lstStyle>
            <a:lvl1pPr marL="0" indent="0">
              <a:lnSpc>
                <a:spcPct val="100000"/>
              </a:lnSpc>
              <a:buNone/>
              <a:defRPr sz="3602" b="0" cap="all" baseline="0">
                <a:solidFill>
                  <a:schemeClr val="accent1"/>
                </a:solidFill>
              </a:defRPr>
            </a:lvl1pPr>
            <a:lvl2pPr marL="561406" indent="0">
              <a:buNone/>
              <a:defRPr sz="2456" b="1"/>
            </a:lvl2pPr>
            <a:lvl3pPr marL="1122812" indent="0">
              <a:buNone/>
              <a:defRPr sz="2210" b="1"/>
            </a:lvl3pPr>
            <a:lvl4pPr marL="1684218" indent="0">
              <a:buNone/>
              <a:defRPr sz="1964" b="1"/>
            </a:lvl4pPr>
            <a:lvl5pPr marL="2245625" indent="0">
              <a:buNone/>
              <a:defRPr sz="1964" b="1"/>
            </a:lvl5pPr>
            <a:lvl6pPr marL="2807030" indent="0">
              <a:buNone/>
              <a:defRPr sz="1964" b="1"/>
            </a:lvl6pPr>
            <a:lvl7pPr marL="3368436" indent="0">
              <a:buNone/>
              <a:defRPr sz="1964" b="1"/>
            </a:lvl7pPr>
            <a:lvl8pPr marL="3929842" indent="0">
              <a:buNone/>
              <a:defRPr sz="1964" b="1"/>
            </a:lvl8pPr>
            <a:lvl9pPr marL="4491248" indent="0">
              <a:buNone/>
              <a:defRPr sz="1964" b="1"/>
            </a:lvl9pPr>
          </a:lstStyle>
          <a:p>
            <a:pPr lvl="0"/>
            <a:r>
              <a:rPr lang="en-US"/>
              <a:t>Edit Master text styles</a:t>
            </a:r>
          </a:p>
        </p:txBody>
      </p:sp>
      <p:sp>
        <p:nvSpPr>
          <p:cNvPr id="4" name="Content Placeholder 3"/>
          <p:cNvSpPr>
            <a:spLocks noGrp="1"/>
          </p:cNvSpPr>
          <p:nvPr>
            <p:ph sz="half" idx="2"/>
          </p:nvPr>
        </p:nvSpPr>
        <p:spPr>
          <a:xfrm>
            <a:off x="3377673" y="12464711"/>
            <a:ext cx="7314075" cy="1167111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11440349" y="8928382"/>
            <a:ext cx="7313809" cy="3540614"/>
          </a:xfrm>
        </p:spPr>
        <p:txBody>
          <a:bodyPr anchor="b">
            <a:normAutofit/>
          </a:bodyPr>
          <a:lstStyle>
            <a:lvl1pPr marL="0" indent="0">
              <a:lnSpc>
                <a:spcPct val="100000"/>
              </a:lnSpc>
              <a:buNone/>
              <a:defRPr sz="3602" b="0" cap="all" baseline="0">
                <a:solidFill>
                  <a:schemeClr val="accent1"/>
                </a:solidFill>
              </a:defRPr>
            </a:lvl1pPr>
            <a:lvl2pPr marL="561406" indent="0">
              <a:buNone/>
              <a:defRPr sz="2456" b="1"/>
            </a:lvl2pPr>
            <a:lvl3pPr marL="1122812" indent="0">
              <a:buNone/>
              <a:defRPr sz="2210" b="1"/>
            </a:lvl3pPr>
            <a:lvl4pPr marL="1684218" indent="0">
              <a:buNone/>
              <a:defRPr sz="1964" b="1"/>
            </a:lvl4pPr>
            <a:lvl5pPr marL="2245625" indent="0">
              <a:buNone/>
              <a:defRPr sz="1964" b="1"/>
            </a:lvl5pPr>
            <a:lvl6pPr marL="2807030" indent="0">
              <a:buNone/>
              <a:defRPr sz="1964" b="1"/>
            </a:lvl6pPr>
            <a:lvl7pPr marL="3368436" indent="0">
              <a:buNone/>
              <a:defRPr sz="1964" b="1"/>
            </a:lvl7pPr>
            <a:lvl8pPr marL="3929842" indent="0">
              <a:buNone/>
              <a:defRPr sz="1964" b="1"/>
            </a:lvl8pPr>
            <a:lvl9pPr marL="4491248" indent="0">
              <a:buNone/>
              <a:defRPr sz="1964" b="1"/>
            </a:lvl9pPr>
          </a:lstStyle>
          <a:p>
            <a:pPr lvl="0"/>
            <a:r>
              <a:rPr lang="en-US"/>
              <a:t>Edit Master text styles</a:t>
            </a:r>
          </a:p>
        </p:txBody>
      </p:sp>
      <p:sp>
        <p:nvSpPr>
          <p:cNvPr id="6" name="Content Placeholder 5"/>
          <p:cNvSpPr>
            <a:spLocks noGrp="1"/>
          </p:cNvSpPr>
          <p:nvPr>
            <p:ph sz="quarter" idx="4"/>
          </p:nvPr>
        </p:nvSpPr>
        <p:spPr>
          <a:xfrm>
            <a:off x="11440349" y="12452446"/>
            <a:ext cx="7313809" cy="1163984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7FC8CFA-A418-4BD6-80F4-AC29D1B69495}" type="datetimeFigureOut">
              <a:rPr lang="en-MY" smtClean="0"/>
              <a:pPr/>
              <a:t>30/9/2024</a:t>
            </a:fld>
            <a:endParaRPr lang="en-MY" dirty="0"/>
          </a:p>
        </p:txBody>
      </p:sp>
      <p:sp>
        <p:nvSpPr>
          <p:cNvPr id="8" name="Footer Placeholder 7"/>
          <p:cNvSpPr>
            <a:spLocks noGrp="1"/>
          </p:cNvSpPr>
          <p:nvPr>
            <p:ph type="ftr" sz="quarter" idx="11"/>
          </p:nvPr>
        </p:nvSpPr>
        <p:spPr/>
        <p:txBody>
          <a:bodyPr/>
          <a:lstStyle/>
          <a:p>
            <a:endParaRPr lang="en-MY" dirty="0"/>
          </a:p>
        </p:txBody>
      </p:sp>
      <p:sp>
        <p:nvSpPr>
          <p:cNvPr id="9" name="Slide Number Placeholder 8"/>
          <p:cNvSpPr>
            <a:spLocks noGrp="1"/>
          </p:cNvSpPr>
          <p:nvPr>
            <p:ph type="sldNum" sz="quarter" idx="12"/>
          </p:nvPr>
        </p:nvSpPr>
        <p:spPr/>
        <p:txBody>
          <a:bodyPr/>
          <a:lstStyle/>
          <a:p>
            <a:fld id="{FA12F617-DA18-4316-8F55-4EF5B7D6BC5B}" type="slidenum">
              <a:rPr lang="en-MY" smtClean="0"/>
              <a:pPr/>
              <a:t>‹#›</a:t>
            </a:fld>
            <a:endParaRPr lang="en-MY" dirty="0"/>
          </a:p>
        </p:txBody>
      </p:sp>
    </p:spTree>
    <p:extLst>
      <p:ext uri="{BB962C8B-B14F-4D97-AF65-F5344CB8AC3E}">
        <p14:creationId xmlns:p14="http://schemas.microsoft.com/office/powerpoint/2010/main" val="10747633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cxnSp>
        <p:nvCxnSpPr>
          <p:cNvPr id="32" name="Straight Connector 31"/>
          <p:cNvCxnSpPr/>
          <p:nvPr/>
        </p:nvCxnSpPr>
        <p:spPr>
          <a:xfrm>
            <a:off x="3377672" y="8151986"/>
            <a:ext cx="15376486"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7FC8CFA-A418-4BD6-80F4-AC29D1B69495}" type="datetimeFigureOut">
              <a:rPr lang="en-MY" smtClean="0"/>
              <a:pPr/>
              <a:t>30/9/2024</a:t>
            </a:fld>
            <a:endParaRPr lang="en-MY" dirty="0"/>
          </a:p>
        </p:txBody>
      </p:sp>
      <p:sp>
        <p:nvSpPr>
          <p:cNvPr id="4" name="Footer Placeholder 3"/>
          <p:cNvSpPr>
            <a:spLocks noGrp="1"/>
          </p:cNvSpPr>
          <p:nvPr>
            <p:ph type="ftr" sz="quarter" idx="11"/>
          </p:nvPr>
        </p:nvSpPr>
        <p:spPr/>
        <p:txBody>
          <a:bodyPr/>
          <a:lstStyle/>
          <a:p>
            <a:endParaRPr lang="en-MY" dirty="0"/>
          </a:p>
        </p:txBody>
      </p:sp>
      <p:sp>
        <p:nvSpPr>
          <p:cNvPr id="5" name="Slide Number Placeholder 4"/>
          <p:cNvSpPr>
            <a:spLocks noGrp="1"/>
          </p:cNvSpPr>
          <p:nvPr>
            <p:ph type="sldNum" sz="quarter" idx="12"/>
          </p:nvPr>
        </p:nvSpPr>
        <p:spPr/>
        <p:txBody>
          <a:bodyPr/>
          <a:lstStyle/>
          <a:p>
            <a:fld id="{FA12F617-DA18-4316-8F55-4EF5B7D6BC5B}" type="slidenum">
              <a:rPr lang="en-MY" smtClean="0"/>
              <a:pPr/>
              <a:t>‹#›</a:t>
            </a:fld>
            <a:endParaRPr lang="en-MY" dirty="0"/>
          </a:p>
        </p:txBody>
      </p:sp>
    </p:spTree>
    <p:extLst>
      <p:ext uri="{BB962C8B-B14F-4D97-AF65-F5344CB8AC3E}">
        <p14:creationId xmlns:p14="http://schemas.microsoft.com/office/powerpoint/2010/main" val="6159514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7FC8CFA-A418-4BD6-80F4-AC29D1B69495}" type="datetimeFigureOut">
              <a:rPr lang="en-MY" smtClean="0"/>
              <a:pPr/>
              <a:t>30/9/2024</a:t>
            </a:fld>
            <a:endParaRPr lang="en-MY" dirty="0"/>
          </a:p>
        </p:txBody>
      </p:sp>
      <p:sp>
        <p:nvSpPr>
          <p:cNvPr id="3" name="Footer Placeholder 2"/>
          <p:cNvSpPr>
            <a:spLocks noGrp="1"/>
          </p:cNvSpPr>
          <p:nvPr>
            <p:ph type="ftr" sz="quarter" idx="11"/>
          </p:nvPr>
        </p:nvSpPr>
        <p:spPr/>
        <p:txBody>
          <a:bodyPr/>
          <a:lstStyle/>
          <a:p>
            <a:endParaRPr lang="en-MY" dirty="0"/>
          </a:p>
        </p:txBody>
      </p:sp>
      <p:sp>
        <p:nvSpPr>
          <p:cNvPr id="4" name="Slide Number Placeholder 3"/>
          <p:cNvSpPr>
            <a:spLocks noGrp="1"/>
          </p:cNvSpPr>
          <p:nvPr>
            <p:ph type="sldNum" sz="quarter" idx="12"/>
          </p:nvPr>
        </p:nvSpPr>
        <p:spPr/>
        <p:txBody>
          <a:bodyPr/>
          <a:lstStyle/>
          <a:p>
            <a:fld id="{FA12F617-DA18-4316-8F55-4EF5B7D6BC5B}" type="slidenum">
              <a:rPr lang="en-MY" smtClean="0"/>
              <a:pPr/>
              <a:t>‹#›</a:t>
            </a:fld>
            <a:endParaRPr lang="en-MY" dirty="0"/>
          </a:p>
        </p:txBody>
      </p:sp>
    </p:spTree>
    <p:extLst>
      <p:ext uri="{BB962C8B-B14F-4D97-AF65-F5344CB8AC3E}">
        <p14:creationId xmlns:p14="http://schemas.microsoft.com/office/powerpoint/2010/main" val="3416634662"/>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367261" y="3526215"/>
            <a:ext cx="5676555" cy="9917485"/>
          </a:xfrm>
        </p:spPr>
        <p:txBody>
          <a:bodyPr anchor="b">
            <a:normAutofit/>
          </a:bodyPr>
          <a:lstStyle>
            <a:lvl1pPr algn="l">
              <a:defRPr sz="3929"/>
            </a:lvl1pPr>
          </a:lstStyle>
          <a:p>
            <a:r>
              <a:rPr lang="en-US"/>
              <a:t>Click to edit Master title style</a:t>
            </a:r>
            <a:endParaRPr lang="en-US" dirty="0"/>
          </a:p>
        </p:txBody>
      </p:sp>
      <p:sp>
        <p:nvSpPr>
          <p:cNvPr id="3" name="Content Placeholder 2"/>
          <p:cNvSpPr>
            <a:spLocks noGrp="1"/>
          </p:cNvSpPr>
          <p:nvPr>
            <p:ph idx="1"/>
          </p:nvPr>
        </p:nvSpPr>
        <p:spPr>
          <a:xfrm>
            <a:off x="9796485" y="3526213"/>
            <a:ext cx="8957671" cy="20561383"/>
          </a:xfrm>
        </p:spPr>
        <p:txBody>
          <a:bodyPr anchor="ct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3367261" y="14147206"/>
            <a:ext cx="5679875" cy="9922180"/>
          </a:xfrm>
        </p:spPr>
        <p:txBody>
          <a:bodyPr>
            <a:normAutofit/>
          </a:bodyPr>
          <a:lstStyle>
            <a:lvl1pPr marL="0" indent="0" algn="l">
              <a:buNone/>
              <a:defRPr sz="2620"/>
            </a:lvl1pPr>
            <a:lvl2pPr marL="561406" indent="0">
              <a:buNone/>
              <a:defRPr sz="1719"/>
            </a:lvl2pPr>
            <a:lvl3pPr marL="1122812" indent="0">
              <a:buNone/>
              <a:defRPr sz="1474"/>
            </a:lvl3pPr>
            <a:lvl4pPr marL="1684218" indent="0">
              <a:buNone/>
              <a:defRPr sz="1228"/>
            </a:lvl4pPr>
            <a:lvl5pPr marL="2245625" indent="0">
              <a:buNone/>
              <a:defRPr sz="1228"/>
            </a:lvl5pPr>
            <a:lvl6pPr marL="2807030" indent="0">
              <a:buNone/>
              <a:defRPr sz="1228"/>
            </a:lvl6pPr>
            <a:lvl7pPr marL="3368436" indent="0">
              <a:buNone/>
              <a:defRPr sz="1228"/>
            </a:lvl7pPr>
            <a:lvl8pPr marL="3929842" indent="0">
              <a:buNone/>
              <a:defRPr sz="1228"/>
            </a:lvl8pPr>
            <a:lvl9pPr marL="4491248" indent="0">
              <a:buNone/>
              <a:defRPr sz="1228"/>
            </a:lvl9pPr>
          </a:lstStyle>
          <a:p>
            <a:pPr lvl="0"/>
            <a:r>
              <a:rPr lang="en-US"/>
              <a:t>Edit Master text styles</a:t>
            </a:r>
          </a:p>
        </p:txBody>
      </p:sp>
      <p:sp>
        <p:nvSpPr>
          <p:cNvPr id="5" name="Date Placeholder 4"/>
          <p:cNvSpPr>
            <a:spLocks noGrp="1"/>
          </p:cNvSpPr>
          <p:nvPr>
            <p:ph type="dt" sz="half" idx="10"/>
          </p:nvPr>
        </p:nvSpPr>
        <p:spPr/>
        <p:txBody>
          <a:bodyPr/>
          <a:lstStyle/>
          <a:p>
            <a:fld id="{77FC8CFA-A418-4BD6-80F4-AC29D1B69495}" type="datetimeFigureOut">
              <a:rPr lang="en-MY" smtClean="0"/>
              <a:pPr/>
              <a:t>30/9/2024</a:t>
            </a:fld>
            <a:endParaRPr lang="en-MY" dirty="0"/>
          </a:p>
        </p:txBody>
      </p:sp>
      <p:sp>
        <p:nvSpPr>
          <p:cNvPr id="6" name="Footer Placeholder 5"/>
          <p:cNvSpPr>
            <a:spLocks noGrp="1"/>
          </p:cNvSpPr>
          <p:nvPr>
            <p:ph type="ftr" sz="quarter" idx="11"/>
          </p:nvPr>
        </p:nvSpPr>
        <p:spPr/>
        <p:txBody>
          <a:bodyPr/>
          <a:lstStyle/>
          <a:p>
            <a:endParaRPr lang="en-MY" dirty="0"/>
          </a:p>
        </p:txBody>
      </p:sp>
      <p:sp>
        <p:nvSpPr>
          <p:cNvPr id="7" name="Slide Number Placeholder 6"/>
          <p:cNvSpPr>
            <a:spLocks noGrp="1"/>
          </p:cNvSpPr>
          <p:nvPr>
            <p:ph type="sldNum" sz="quarter" idx="12"/>
          </p:nvPr>
        </p:nvSpPr>
        <p:spPr/>
        <p:txBody>
          <a:bodyPr/>
          <a:lstStyle/>
          <a:p>
            <a:fld id="{FA12F617-DA18-4316-8F55-4EF5B7D6BC5B}" type="slidenum">
              <a:rPr lang="en-MY" smtClean="0"/>
              <a:pPr/>
              <a:t>‹#›</a:t>
            </a:fld>
            <a:endParaRPr lang="en-MY" dirty="0"/>
          </a:p>
        </p:txBody>
      </p:sp>
      <p:cxnSp>
        <p:nvCxnSpPr>
          <p:cNvPr id="17" name="Straight Connector 16"/>
          <p:cNvCxnSpPr/>
          <p:nvPr/>
        </p:nvCxnSpPr>
        <p:spPr>
          <a:xfrm>
            <a:off x="3373591" y="14147197"/>
            <a:ext cx="5670298"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964244925"/>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13" name="Group 12"/>
          <p:cNvGrpSpPr/>
          <p:nvPr/>
        </p:nvGrpSpPr>
        <p:grpSpPr>
          <a:xfrm>
            <a:off x="11691468" y="2128033"/>
            <a:ext cx="8216402" cy="22725176"/>
            <a:chOff x="6852919" y="583365"/>
            <a:chExt cx="4681849" cy="5181928"/>
          </a:xfrm>
        </p:grpSpPr>
        <p:sp>
          <p:nvSpPr>
            <p:cNvPr id="14" name="Rectangle 13"/>
            <p:cNvSpPr/>
            <p:nvPr/>
          </p:nvSpPr>
          <p:spPr>
            <a:xfrm>
              <a:off x="6852919" y="583365"/>
              <a:ext cx="4681849" cy="5181928"/>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5" name="Rectangle 14"/>
            <p:cNvSpPr/>
            <p:nvPr/>
          </p:nvSpPr>
          <p:spPr>
            <a:xfrm>
              <a:off x="7273787" y="915806"/>
              <a:ext cx="3844017" cy="4507918"/>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3379206" y="4985025"/>
            <a:ext cx="7592923" cy="8079147"/>
          </a:xfrm>
        </p:spPr>
        <p:txBody>
          <a:bodyPr anchor="b">
            <a:normAutofit/>
          </a:bodyPr>
          <a:lstStyle>
            <a:lvl1pPr>
              <a:defRPr sz="5239"/>
            </a:lvl1pPr>
          </a:lstStyle>
          <a:p>
            <a:r>
              <a:rPr lang="en-US"/>
              <a:t>Click to edit Master title style</a:t>
            </a:r>
            <a:endParaRPr lang="en-US" dirty="0"/>
          </a:p>
        </p:txBody>
      </p:sp>
      <p:sp>
        <p:nvSpPr>
          <p:cNvPr id="3" name="Picture Placeholder 2"/>
          <p:cNvSpPr>
            <a:spLocks noGrp="1" noChangeAspect="1"/>
          </p:cNvSpPr>
          <p:nvPr>
            <p:ph type="pic" idx="1"/>
          </p:nvPr>
        </p:nvSpPr>
        <p:spPr>
          <a:xfrm>
            <a:off x="13197512" y="4954264"/>
            <a:ext cx="5229740" cy="17063747"/>
          </a:xfrm>
          <a:solidFill>
            <a:schemeClr val="bg1">
              <a:lumMod val="85000"/>
            </a:schemeClr>
          </a:solidFill>
          <a:ln w="9525" cap="sq">
            <a:noFill/>
            <a:miter lim="800000"/>
          </a:ln>
          <a:effectLst/>
        </p:spPr>
        <p:txBody>
          <a:bodyPr anchor="t"/>
          <a:lstStyle>
            <a:lvl1pPr marL="0" indent="0" algn="ctr">
              <a:buNone/>
              <a:defRPr sz="3929"/>
            </a:lvl1pPr>
            <a:lvl2pPr marL="561406" indent="0">
              <a:buNone/>
              <a:defRPr sz="3438"/>
            </a:lvl2pPr>
            <a:lvl3pPr marL="1122812" indent="0">
              <a:buNone/>
              <a:defRPr sz="2947"/>
            </a:lvl3pPr>
            <a:lvl4pPr marL="1684218" indent="0">
              <a:buNone/>
              <a:defRPr sz="2456"/>
            </a:lvl4pPr>
            <a:lvl5pPr marL="2245625" indent="0">
              <a:buNone/>
              <a:defRPr sz="2456"/>
            </a:lvl5pPr>
            <a:lvl6pPr marL="2807030" indent="0">
              <a:buNone/>
              <a:defRPr sz="2456"/>
            </a:lvl6pPr>
            <a:lvl7pPr marL="3368436" indent="0">
              <a:buNone/>
              <a:defRPr sz="2456"/>
            </a:lvl7pPr>
            <a:lvl8pPr marL="3929842" indent="0">
              <a:buNone/>
              <a:defRPr sz="2456"/>
            </a:lvl8pPr>
            <a:lvl9pPr marL="4491248" indent="0">
              <a:buNone/>
              <a:defRPr sz="2456"/>
            </a:lvl9pPr>
          </a:lstStyle>
          <a:p>
            <a:r>
              <a:rPr lang="en-US" dirty="0"/>
              <a:t>Click icon to add picture</a:t>
            </a:r>
          </a:p>
        </p:txBody>
      </p:sp>
      <p:sp>
        <p:nvSpPr>
          <p:cNvPr id="4" name="Text Placeholder 3"/>
          <p:cNvSpPr>
            <a:spLocks noGrp="1"/>
          </p:cNvSpPr>
          <p:nvPr>
            <p:ph type="body" sz="half" idx="2"/>
          </p:nvPr>
        </p:nvSpPr>
        <p:spPr>
          <a:xfrm>
            <a:off x="3377672" y="13884608"/>
            <a:ext cx="7582044" cy="8843367"/>
          </a:xfrm>
        </p:spPr>
        <p:txBody>
          <a:bodyPr>
            <a:normAutofit/>
          </a:bodyPr>
          <a:lstStyle>
            <a:lvl1pPr marL="0" indent="0" algn="l">
              <a:buNone/>
              <a:defRPr sz="2947"/>
            </a:lvl1pPr>
            <a:lvl2pPr marL="561406" indent="0">
              <a:buNone/>
              <a:defRPr sz="1719"/>
            </a:lvl2pPr>
            <a:lvl3pPr marL="1122812" indent="0">
              <a:buNone/>
              <a:defRPr sz="1474"/>
            </a:lvl3pPr>
            <a:lvl4pPr marL="1684218" indent="0">
              <a:buNone/>
              <a:defRPr sz="1228"/>
            </a:lvl4pPr>
            <a:lvl5pPr marL="2245625" indent="0">
              <a:buNone/>
              <a:defRPr sz="1228"/>
            </a:lvl5pPr>
            <a:lvl6pPr marL="2807030" indent="0">
              <a:buNone/>
              <a:defRPr sz="1228"/>
            </a:lvl6pPr>
            <a:lvl7pPr marL="3368436" indent="0">
              <a:buNone/>
              <a:defRPr sz="1228"/>
            </a:lvl7pPr>
            <a:lvl8pPr marL="3929842" indent="0">
              <a:buNone/>
              <a:defRPr sz="1228"/>
            </a:lvl8pPr>
            <a:lvl9pPr marL="4491248" indent="0">
              <a:buNone/>
              <a:defRPr sz="1228"/>
            </a:lvl9pPr>
          </a:lstStyle>
          <a:p>
            <a:pPr lvl="0"/>
            <a:r>
              <a:rPr lang="en-US"/>
              <a:t>Edit Master text styles</a:t>
            </a:r>
          </a:p>
        </p:txBody>
      </p:sp>
      <p:sp>
        <p:nvSpPr>
          <p:cNvPr id="5" name="Date Placeholder 4"/>
          <p:cNvSpPr>
            <a:spLocks noGrp="1"/>
          </p:cNvSpPr>
          <p:nvPr>
            <p:ph type="dt" sz="half" idx="10"/>
          </p:nvPr>
        </p:nvSpPr>
        <p:spPr>
          <a:xfrm>
            <a:off x="3361694" y="24140817"/>
            <a:ext cx="7610437" cy="1412839"/>
          </a:xfrm>
        </p:spPr>
        <p:txBody>
          <a:bodyPr/>
          <a:lstStyle>
            <a:lvl1pPr algn="l">
              <a:defRPr/>
            </a:lvl1pPr>
          </a:lstStyle>
          <a:p>
            <a:fld id="{77FC8CFA-A418-4BD6-80F4-AC29D1B69495}" type="datetimeFigureOut">
              <a:rPr lang="en-MY" smtClean="0"/>
              <a:pPr/>
              <a:t>30/9/2024</a:t>
            </a:fld>
            <a:endParaRPr lang="en-MY" dirty="0"/>
          </a:p>
        </p:txBody>
      </p:sp>
      <p:sp>
        <p:nvSpPr>
          <p:cNvPr id="6" name="Footer Placeholder 5"/>
          <p:cNvSpPr>
            <a:spLocks noGrp="1"/>
          </p:cNvSpPr>
          <p:nvPr>
            <p:ph type="ftr" sz="quarter" idx="11"/>
          </p:nvPr>
        </p:nvSpPr>
        <p:spPr>
          <a:xfrm>
            <a:off x="3363726" y="1406303"/>
            <a:ext cx="7608408" cy="1416406"/>
          </a:xfrm>
        </p:spPr>
        <p:txBody>
          <a:bodyPr/>
          <a:lstStyle/>
          <a:p>
            <a:endParaRPr lang="en-MY" dirty="0"/>
          </a:p>
        </p:txBody>
      </p:sp>
      <p:sp>
        <p:nvSpPr>
          <p:cNvPr id="7" name="Slide Number Placeholder 6"/>
          <p:cNvSpPr>
            <a:spLocks noGrp="1"/>
          </p:cNvSpPr>
          <p:nvPr>
            <p:ph type="sldNum" sz="quarter" idx="12"/>
          </p:nvPr>
        </p:nvSpPr>
        <p:spPr/>
        <p:txBody>
          <a:bodyPr/>
          <a:lstStyle/>
          <a:p>
            <a:fld id="{FA12F617-DA18-4316-8F55-4EF5B7D6BC5B}" type="slidenum">
              <a:rPr lang="en-MY" smtClean="0"/>
              <a:pPr/>
              <a:t>‹#›</a:t>
            </a:fld>
            <a:endParaRPr lang="en-MY" dirty="0"/>
          </a:p>
        </p:txBody>
      </p:sp>
      <p:cxnSp>
        <p:nvCxnSpPr>
          <p:cNvPr id="31" name="Straight Connector 30"/>
          <p:cNvCxnSpPr/>
          <p:nvPr/>
        </p:nvCxnSpPr>
        <p:spPr>
          <a:xfrm>
            <a:off x="3372500" y="13874068"/>
            <a:ext cx="7586087"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3952935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cxnSp>
        <p:nvCxnSpPr>
          <p:cNvPr id="33" name="Straight Connector 32"/>
          <p:cNvCxnSpPr/>
          <p:nvPr/>
        </p:nvCxnSpPr>
        <p:spPr>
          <a:xfrm>
            <a:off x="3377672" y="8151986"/>
            <a:ext cx="15376486"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7FC8CFA-A418-4BD6-80F4-AC29D1B69495}" type="datetimeFigureOut">
              <a:rPr lang="en-MY" smtClean="0"/>
              <a:pPr/>
              <a:t>30/9/2024</a:t>
            </a:fld>
            <a:endParaRPr lang="en-MY" dirty="0"/>
          </a:p>
        </p:txBody>
      </p:sp>
      <p:sp>
        <p:nvSpPr>
          <p:cNvPr id="5" name="Footer Placeholder 4"/>
          <p:cNvSpPr>
            <a:spLocks noGrp="1"/>
          </p:cNvSpPr>
          <p:nvPr>
            <p:ph type="ftr" sz="quarter" idx="11"/>
          </p:nvPr>
        </p:nvSpPr>
        <p:spPr/>
        <p:txBody>
          <a:bodyPr/>
          <a:lstStyle/>
          <a:p>
            <a:endParaRPr lang="en-MY" dirty="0"/>
          </a:p>
        </p:txBody>
      </p:sp>
      <p:sp>
        <p:nvSpPr>
          <p:cNvPr id="6" name="Slide Number Placeholder 5"/>
          <p:cNvSpPr>
            <a:spLocks noGrp="1"/>
          </p:cNvSpPr>
          <p:nvPr>
            <p:ph type="sldNum" sz="quarter" idx="12"/>
          </p:nvPr>
        </p:nvSpPr>
        <p:spPr/>
        <p:txBody>
          <a:bodyPr/>
          <a:lstStyle/>
          <a:p>
            <a:fld id="{FA12F617-DA18-4316-8F55-4EF5B7D6BC5B}" type="slidenum">
              <a:rPr lang="en-MY" smtClean="0"/>
              <a:pPr/>
              <a:t>‹#›</a:t>
            </a:fld>
            <a:endParaRPr lang="en-MY" dirty="0"/>
          </a:p>
        </p:txBody>
      </p:sp>
    </p:spTree>
    <p:extLst>
      <p:ext uri="{BB962C8B-B14F-4D97-AF65-F5344CB8AC3E}">
        <p14:creationId xmlns:p14="http://schemas.microsoft.com/office/powerpoint/2010/main" val="22155700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6187709" y="3526217"/>
            <a:ext cx="2581007" cy="20566075"/>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3377670" y="3526217"/>
            <a:ext cx="12404194" cy="20566075"/>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7FC8CFA-A418-4BD6-80F4-AC29D1B69495}" type="datetimeFigureOut">
              <a:rPr lang="en-MY" smtClean="0"/>
              <a:pPr/>
              <a:t>30/9/2024</a:t>
            </a:fld>
            <a:endParaRPr lang="en-MY" dirty="0"/>
          </a:p>
        </p:txBody>
      </p:sp>
      <p:sp>
        <p:nvSpPr>
          <p:cNvPr id="5" name="Footer Placeholder 4"/>
          <p:cNvSpPr>
            <a:spLocks noGrp="1"/>
          </p:cNvSpPr>
          <p:nvPr>
            <p:ph type="ftr" sz="quarter" idx="11"/>
          </p:nvPr>
        </p:nvSpPr>
        <p:spPr/>
        <p:txBody>
          <a:bodyPr/>
          <a:lstStyle/>
          <a:p>
            <a:endParaRPr lang="en-MY" dirty="0"/>
          </a:p>
        </p:txBody>
      </p:sp>
      <p:sp>
        <p:nvSpPr>
          <p:cNvPr id="6" name="Slide Number Placeholder 5"/>
          <p:cNvSpPr>
            <a:spLocks noGrp="1"/>
          </p:cNvSpPr>
          <p:nvPr>
            <p:ph type="sldNum" sz="quarter" idx="12"/>
          </p:nvPr>
        </p:nvSpPr>
        <p:spPr/>
        <p:txBody>
          <a:bodyPr/>
          <a:lstStyle/>
          <a:p>
            <a:fld id="{FA12F617-DA18-4316-8F55-4EF5B7D6BC5B}" type="slidenum">
              <a:rPr lang="en-MY" smtClean="0"/>
              <a:pPr/>
              <a:t>‹#›</a:t>
            </a:fld>
            <a:endParaRPr lang="en-MY" dirty="0"/>
          </a:p>
        </p:txBody>
      </p:sp>
      <p:cxnSp>
        <p:nvCxnSpPr>
          <p:cNvPr id="15" name="Straight Connector 14"/>
          <p:cNvCxnSpPr/>
          <p:nvPr/>
        </p:nvCxnSpPr>
        <p:spPr>
          <a:xfrm>
            <a:off x="16187706" y="3526217"/>
            <a:ext cx="0" cy="20566075"/>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813209130"/>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10" name="Rectangle 9"/>
          <p:cNvSpPr/>
          <p:nvPr/>
        </p:nvSpPr>
        <p:spPr>
          <a:xfrm>
            <a:off x="0" y="8896293"/>
            <a:ext cx="21396325" cy="18004659"/>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12" name="Picture 11"/>
          <p:cNvPicPr>
            <a:picLocks noChangeAspect="1"/>
          </p:cNvPicPr>
          <p:nvPr/>
        </p:nvPicPr>
        <p:blipFill rotWithShape="1">
          <a:blip r:embed="rId13">
            <a:extLst>
              <a:ext uri="{28A0092B-C50C-407E-A947-70E740481C1C}">
                <a14:useLocalDpi xmlns:a14="http://schemas.microsoft.com/office/drawing/2010/main" val="0"/>
              </a:ext>
            </a:extLst>
          </a:blip>
          <a:srcRect l="12500" t="1538" r="12500" b="-1538"/>
          <a:stretch/>
        </p:blipFill>
        <p:spPr>
          <a:xfrm>
            <a:off x="-2" y="26900952"/>
            <a:ext cx="21396328" cy="3419200"/>
          </a:xfrm>
          <a:prstGeom prst="rect">
            <a:avLst/>
          </a:prstGeom>
        </p:spPr>
      </p:pic>
      <p:cxnSp>
        <p:nvCxnSpPr>
          <p:cNvPr id="13" name="Straight Connector 12"/>
          <p:cNvCxnSpPr/>
          <p:nvPr/>
        </p:nvCxnSpPr>
        <p:spPr>
          <a:xfrm>
            <a:off x="0" y="26926872"/>
            <a:ext cx="21396325"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
        <p:nvSpPr>
          <p:cNvPr id="2" name="Title Placeholder 1"/>
          <p:cNvSpPr>
            <a:spLocks noGrp="1"/>
          </p:cNvSpPr>
          <p:nvPr>
            <p:ph type="title"/>
          </p:nvPr>
        </p:nvSpPr>
        <p:spPr>
          <a:xfrm>
            <a:off x="3377672" y="3550694"/>
            <a:ext cx="15376486" cy="4630721"/>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3377672" y="8896295"/>
            <a:ext cx="15376486" cy="15229025"/>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13212520" y="1458068"/>
            <a:ext cx="5541639" cy="1364636"/>
          </a:xfrm>
          <a:prstGeom prst="rect">
            <a:avLst/>
          </a:prstGeom>
        </p:spPr>
        <p:txBody>
          <a:bodyPr vert="horz" lIns="91440" tIns="45720" rIns="91440" bIns="45720" rtlCol="0" anchor="ctr"/>
          <a:lstStyle>
            <a:lvl1pPr algn="r">
              <a:defRPr sz="1638">
                <a:solidFill>
                  <a:schemeClr val="tx1">
                    <a:tint val="75000"/>
                  </a:schemeClr>
                </a:solidFill>
              </a:defRPr>
            </a:lvl1pPr>
          </a:lstStyle>
          <a:p>
            <a:fld id="{77FC8CFA-A418-4BD6-80F4-AC29D1B69495}" type="datetimeFigureOut">
              <a:rPr lang="en-MY" smtClean="0"/>
              <a:pPr/>
              <a:t>30/9/2024</a:t>
            </a:fld>
            <a:endParaRPr lang="en-MY" dirty="0"/>
          </a:p>
        </p:txBody>
      </p:sp>
      <p:sp>
        <p:nvSpPr>
          <p:cNvPr id="5" name="Footer Placeholder 4"/>
          <p:cNvSpPr>
            <a:spLocks noGrp="1"/>
          </p:cNvSpPr>
          <p:nvPr>
            <p:ph type="ftr" sz="quarter" idx="3"/>
          </p:nvPr>
        </p:nvSpPr>
        <p:spPr>
          <a:xfrm>
            <a:off x="3377668" y="1453381"/>
            <a:ext cx="9439290" cy="1364636"/>
          </a:xfrm>
          <a:prstGeom prst="rect">
            <a:avLst/>
          </a:prstGeom>
        </p:spPr>
        <p:txBody>
          <a:bodyPr vert="horz" lIns="91440" tIns="45720" rIns="91440" bIns="45720" rtlCol="0" anchor="ctr"/>
          <a:lstStyle>
            <a:lvl1pPr algn="l">
              <a:defRPr sz="1638">
                <a:solidFill>
                  <a:schemeClr val="tx1">
                    <a:tint val="75000"/>
                  </a:schemeClr>
                </a:solidFill>
              </a:defRPr>
            </a:lvl1pPr>
          </a:lstStyle>
          <a:p>
            <a:endParaRPr lang="en-MY" dirty="0"/>
          </a:p>
        </p:txBody>
      </p:sp>
      <p:sp>
        <p:nvSpPr>
          <p:cNvPr id="6" name="Slide Number Placeholder 5"/>
          <p:cNvSpPr>
            <a:spLocks noGrp="1"/>
          </p:cNvSpPr>
          <p:nvPr>
            <p:ph type="sldNum" sz="quarter" idx="4"/>
          </p:nvPr>
        </p:nvSpPr>
        <p:spPr>
          <a:xfrm>
            <a:off x="1141244" y="3526210"/>
            <a:ext cx="1861991" cy="2222504"/>
          </a:xfrm>
          <a:prstGeom prst="rect">
            <a:avLst/>
          </a:prstGeom>
        </p:spPr>
        <p:txBody>
          <a:bodyPr vert="horz" lIns="91440" tIns="45720" rIns="91440" bIns="45720" rtlCol="0" anchor="t"/>
          <a:lstStyle>
            <a:lvl1pPr algn="r">
              <a:defRPr sz="4584">
                <a:solidFill>
                  <a:schemeClr val="accent1"/>
                </a:solidFill>
              </a:defRPr>
            </a:lvl1pPr>
          </a:lstStyle>
          <a:p>
            <a:fld id="{FA12F617-DA18-4316-8F55-4EF5B7D6BC5B}" type="slidenum">
              <a:rPr lang="en-MY" smtClean="0"/>
              <a:pPr/>
              <a:t>‹#›</a:t>
            </a:fld>
            <a:endParaRPr lang="en-MY" dirty="0"/>
          </a:p>
        </p:txBody>
      </p:sp>
    </p:spTree>
    <p:extLst>
      <p:ext uri="{BB962C8B-B14F-4D97-AF65-F5344CB8AC3E}">
        <p14:creationId xmlns:p14="http://schemas.microsoft.com/office/powerpoint/2010/main" val="3363753394"/>
      </p:ext>
    </p:extLst>
  </p:cSld>
  <p:clrMap bg1="lt1" tx1="dk1" bg2="lt2" tx2="dk2" accent1="accent1" accent2="accent2" accent3="accent3" accent4="accent4" accent5="accent5" accent6="accent6" hlink="hlink" folHlink="folHlink"/>
  <p:sldLayoutIdLst>
    <p:sldLayoutId id="2147483739" r:id="rId1"/>
    <p:sldLayoutId id="2147483740" r:id="rId2"/>
    <p:sldLayoutId id="2147483741" r:id="rId3"/>
    <p:sldLayoutId id="2147483742" r:id="rId4"/>
    <p:sldLayoutId id="2147483743" r:id="rId5"/>
    <p:sldLayoutId id="2147483744" r:id="rId6"/>
    <p:sldLayoutId id="2147483745" r:id="rId7"/>
    <p:sldLayoutId id="2147483746" r:id="rId8"/>
    <p:sldLayoutId id="2147483747" r:id="rId9"/>
    <p:sldLayoutId id="2147483748" r:id="rId10"/>
    <p:sldLayoutId id="2147483749" r:id="rId11"/>
  </p:sldLayoutIdLst>
  <p:txStyles>
    <p:titleStyle>
      <a:lvl1pPr algn="l" defTabSz="1122812" rtl="0" eaLnBrk="1" latinLnBrk="0" hangingPunct="1">
        <a:lnSpc>
          <a:spcPct val="90000"/>
        </a:lnSpc>
        <a:spcBef>
          <a:spcPct val="0"/>
        </a:spcBef>
        <a:buNone/>
        <a:defRPr sz="5239" b="0" i="0" kern="1200" cap="all">
          <a:solidFill>
            <a:schemeClr val="tx1"/>
          </a:solidFill>
          <a:effectLst/>
          <a:latin typeface="+mj-lt"/>
          <a:ea typeface="+mj-ea"/>
          <a:cs typeface="+mj-cs"/>
        </a:defRPr>
      </a:lvl1pPr>
    </p:titleStyle>
    <p:bodyStyle>
      <a:lvl1pPr marL="374271" indent="-374271" algn="l" defTabSz="1122812" rtl="0" eaLnBrk="1" latinLnBrk="0" hangingPunct="1">
        <a:lnSpc>
          <a:spcPct val="120000"/>
        </a:lnSpc>
        <a:spcBef>
          <a:spcPts val="1638"/>
        </a:spcBef>
        <a:buClr>
          <a:schemeClr val="accent1"/>
        </a:buClr>
        <a:buSzPct val="100000"/>
        <a:buFont typeface="Arial" panose="020B0604020202020204" pitchFamily="34" charset="0"/>
        <a:buChar char="•"/>
        <a:defRPr sz="3274" kern="1200" cap="none">
          <a:solidFill>
            <a:schemeClr val="tx1"/>
          </a:solidFill>
          <a:effectLst/>
          <a:latin typeface="+mn-lt"/>
          <a:ea typeface="+mn-ea"/>
          <a:cs typeface="+mn-cs"/>
        </a:defRPr>
      </a:lvl1pPr>
      <a:lvl2pPr marL="1122812" indent="-374271" algn="l" defTabSz="1122812" rtl="0" eaLnBrk="1" latinLnBrk="0" hangingPunct="1">
        <a:lnSpc>
          <a:spcPct val="120000"/>
        </a:lnSpc>
        <a:spcBef>
          <a:spcPts val="819"/>
        </a:spcBef>
        <a:buClr>
          <a:schemeClr val="accent1"/>
        </a:buClr>
        <a:buSzPct val="100000"/>
        <a:buFont typeface="Arial" panose="020B0604020202020204" pitchFamily="34" charset="0"/>
        <a:buChar char="•"/>
        <a:defRPr sz="2620" kern="1200" cap="none" baseline="0">
          <a:solidFill>
            <a:schemeClr val="tx1"/>
          </a:solidFill>
          <a:effectLst/>
          <a:latin typeface="+mn-lt"/>
          <a:ea typeface="+mn-ea"/>
          <a:cs typeface="+mn-cs"/>
        </a:defRPr>
      </a:lvl2pPr>
      <a:lvl3pPr marL="1871354" indent="-374271" algn="l" defTabSz="1122812" rtl="0" eaLnBrk="1" latinLnBrk="0" hangingPunct="1">
        <a:lnSpc>
          <a:spcPct val="120000"/>
        </a:lnSpc>
        <a:spcBef>
          <a:spcPts val="819"/>
        </a:spcBef>
        <a:buClr>
          <a:schemeClr val="accent1"/>
        </a:buClr>
        <a:buSzPct val="100000"/>
        <a:buFont typeface="Arial" panose="020B0604020202020204" pitchFamily="34" charset="0"/>
        <a:buChar char="•"/>
        <a:defRPr sz="2620" kern="1200" cap="none">
          <a:solidFill>
            <a:schemeClr val="tx1"/>
          </a:solidFill>
          <a:effectLst/>
          <a:latin typeface="+mn-lt"/>
          <a:ea typeface="+mn-ea"/>
          <a:cs typeface="+mn-cs"/>
        </a:defRPr>
      </a:lvl3pPr>
      <a:lvl4pPr marL="2619895" indent="-374271" algn="l" defTabSz="1122812" rtl="0" eaLnBrk="1" latinLnBrk="0" hangingPunct="1">
        <a:lnSpc>
          <a:spcPct val="120000"/>
        </a:lnSpc>
        <a:spcBef>
          <a:spcPts val="819"/>
        </a:spcBef>
        <a:buClr>
          <a:schemeClr val="accent1"/>
        </a:buClr>
        <a:buSzPct val="100000"/>
        <a:buFont typeface="Arial" panose="020B0604020202020204" pitchFamily="34" charset="0"/>
        <a:buChar char="•"/>
        <a:defRPr sz="2292" kern="1200" cap="none" baseline="0">
          <a:solidFill>
            <a:schemeClr val="tx1"/>
          </a:solidFill>
          <a:effectLst/>
          <a:latin typeface="+mn-lt"/>
          <a:ea typeface="+mn-ea"/>
          <a:cs typeface="+mn-cs"/>
        </a:defRPr>
      </a:lvl4pPr>
      <a:lvl5pPr marL="3368436" indent="-374271" algn="l" defTabSz="1122812" rtl="0" eaLnBrk="1" latinLnBrk="0" hangingPunct="1">
        <a:lnSpc>
          <a:spcPct val="120000"/>
        </a:lnSpc>
        <a:spcBef>
          <a:spcPts val="819"/>
        </a:spcBef>
        <a:buClr>
          <a:schemeClr val="accent1"/>
        </a:buClr>
        <a:buSzPct val="100000"/>
        <a:buFont typeface="Arial" panose="020B0604020202020204" pitchFamily="34" charset="0"/>
        <a:buChar char="•"/>
        <a:defRPr sz="1964" kern="1200" cap="none">
          <a:solidFill>
            <a:schemeClr val="tx1"/>
          </a:solidFill>
          <a:effectLst/>
          <a:latin typeface="+mn-lt"/>
          <a:ea typeface="+mn-ea"/>
          <a:cs typeface="+mn-cs"/>
        </a:defRPr>
      </a:lvl5pPr>
      <a:lvl6pPr marL="4116977" indent="-374271" algn="l" defTabSz="1497083" rtl="0" eaLnBrk="1" latinLnBrk="0" hangingPunct="1">
        <a:lnSpc>
          <a:spcPct val="120000"/>
        </a:lnSpc>
        <a:spcBef>
          <a:spcPts val="819"/>
        </a:spcBef>
        <a:buClr>
          <a:schemeClr val="accent1"/>
        </a:buClr>
        <a:buSzPct val="100000"/>
        <a:buFont typeface="Arial" panose="020B0604020202020204" pitchFamily="34" charset="0"/>
        <a:buChar char="•"/>
        <a:defRPr sz="1964" kern="1200">
          <a:solidFill>
            <a:schemeClr val="tx1"/>
          </a:solidFill>
          <a:effectLst/>
          <a:latin typeface="+mn-lt"/>
          <a:ea typeface="+mn-ea"/>
          <a:cs typeface="+mn-cs"/>
        </a:defRPr>
      </a:lvl6pPr>
      <a:lvl7pPr marL="4865518" indent="-374271" algn="l" defTabSz="1497083" rtl="0" eaLnBrk="1" latinLnBrk="0" hangingPunct="1">
        <a:lnSpc>
          <a:spcPct val="120000"/>
        </a:lnSpc>
        <a:spcBef>
          <a:spcPts val="819"/>
        </a:spcBef>
        <a:buClr>
          <a:schemeClr val="accent1"/>
        </a:buClr>
        <a:buSzPct val="100000"/>
        <a:buFont typeface="Arial" panose="020B0604020202020204" pitchFamily="34" charset="0"/>
        <a:buChar char="•"/>
        <a:defRPr sz="1964" kern="1200">
          <a:solidFill>
            <a:schemeClr val="tx1"/>
          </a:solidFill>
          <a:effectLst/>
          <a:latin typeface="+mn-lt"/>
          <a:ea typeface="+mn-ea"/>
          <a:cs typeface="+mn-cs"/>
        </a:defRPr>
      </a:lvl7pPr>
      <a:lvl8pPr marL="5614061" indent="-374271" algn="l" defTabSz="1497083" rtl="0" eaLnBrk="1" latinLnBrk="0" hangingPunct="1">
        <a:lnSpc>
          <a:spcPct val="120000"/>
        </a:lnSpc>
        <a:spcBef>
          <a:spcPts val="819"/>
        </a:spcBef>
        <a:buClr>
          <a:schemeClr val="accent1"/>
        </a:buClr>
        <a:buSzPct val="100000"/>
        <a:buFont typeface="Arial" panose="020B0604020202020204" pitchFamily="34" charset="0"/>
        <a:buChar char="•"/>
        <a:defRPr sz="1964" kern="1200" baseline="0">
          <a:solidFill>
            <a:schemeClr val="tx1"/>
          </a:solidFill>
          <a:effectLst/>
          <a:latin typeface="+mn-lt"/>
          <a:ea typeface="+mn-ea"/>
          <a:cs typeface="+mn-cs"/>
        </a:defRPr>
      </a:lvl8pPr>
      <a:lvl9pPr marL="6362602" indent="-374271" algn="l" defTabSz="1497083" rtl="0" eaLnBrk="1" latinLnBrk="0" hangingPunct="1">
        <a:lnSpc>
          <a:spcPct val="120000"/>
        </a:lnSpc>
        <a:spcBef>
          <a:spcPts val="819"/>
        </a:spcBef>
        <a:buClr>
          <a:schemeClr val="accent1"/>
        </a:buClr>
        <a:buSzPct val="100000"/>
        <a:buFont typeface="Arial" panose="020B0604020202020204" pitchFamily="34" charset="0"/>
        <a:buChar char="•"/>
        <a:defRPr sz="1964" kern="1200" baseline="0">
          <a:solidFill>
            <a:schemeClr val="tx1"/>
          </a:solidFill>
          <a:effectLst/>
          <a:latin typeface="+mn-lt"/>
          <a:ea typeface="+mn-ea"/>
          <a:cs typeface="+mn-cs"/>
        </a:defRPr>
      </a:lvl9pPr>
    </p:bodyStyle>
    <p:otherStyle>
      <a:defPPr>
        <a:defRPr lang="en-US"/>
      </a:defPPr>
      <a:lvl1pPr marL="0" algn="l" defTabSz="1122812" rtl="0" eaLnBrk="1" latinLnBrk="0" hangingPunct="1">
        <a:defRPr sz="2210" kern="1200">
          <a:solidFill>
            <a:schemeClr val="tx1"/>
          </a:solidFill>
          <a:latin typeface="+mn-lt"/>
          <a:ea typeface="+mn-ea"/>
          <a:cs typeface="+mn-cs"/>
        </a:defRPr>
      </a:lvl1pPr>
      <a:lvl2pPr marL="561406" algn="l" defTabSz="1122812" rtl="0" eaLnBrk="1" latinLnBrk="0" hangingPunct="1">
        <a:defRPr sz="2210" kern="1200">
          <a:solidFill>
            <a:schemeClr val="tx1"/>
          </a:solidFill>
          <a:latin typeface="+mn-lt"/>
          <a:ea typeface="+mn-ea"/>
          <a:cs typeface="+mn-cs"/>
        </a:defRPr>
      </a:lvl2pPr>
      <a:lvl3pPr marL="1122812" algn="l" defTabSz="1122812" rtl="0" eaLnBrk="1" latinLnBrk="0" hangingPunct="1">
        <a:defRPr sz="2210" kern="1200">
          <a:solidFill>
            <a:schemeClr val="tx1"/>
          </a:solidFill>
          <a:latin typeface="+mn-lt"/>
          <a:ea typeface="+mn-ea"/>
          <a:cs typeface="+mn-cs"/>
        </a:defRPr>
      </a:lvl3pPr>
      <a:lvl4pPr marL="1684218" algn="l" defTabSz="1122812" rtl="0" eaLnBrk="1" latinLnBrk="0" hangingPunct="1">
        <a:defRPr sz="2210" kern="1200">
          <a:solidFill>
            <a:schemeClr val="tx1"/>
          </a:solidFill>
          <a:latin typeface="+mn-lt"/>
          <a:ea typeface="+mn-ea"/>
          <a:cs typeface="+mn-cs"/>
        </a:defRPr>
      </a:lvl4pPr>
      <a:lvl5pPr marL="2245625" algn="l" defTabSz="1122812" rtl="0" eaLnBrk="1" latinLnBrk="0" hangingPunct="1">
        <a:defRPr sz="2210" kern="1200">
          <a:solidFill>
            <a:schemeClr val="tx1"/>
          </a:solidFill>
          <a:latin typeface="+mn-lt"/>
          <a:ea typeface="+mn-ea"/>
          <a:cs typeface="+mn-cs"/>
        </a:defRPr>
      </a:lvl5pPr>
      <a:lvl6pPr marL="2807030" algn="l" defTabSz="1122812" rtl="0" eaLnBrk="1" latinLnBrk="0" hangingPunct="1">
        <a:defRPr sz="2210" kern="1200">
          <a:solidFill>
            <a:schemeClr val="tx1"/>
          </a:solidFill>
          <a:latin typeface="+mn-lt"/>
          <a:ea typeface="+mn-ea"/>
          <a:cs typeface="+mn-cs"/>
        </a:defRPr>
      </a:lvl6pPr>
      <a:lvl7pPr marL="3368436" algn="l" defTabSz="1122812" rtl="0" eaLnBrk="1" latinLnBrk="0" hangingPunct="1">
        <a:defRPr sz="2210" kern="1200">
          <a:solidFill>
            <a:schemeClr val="tx1"/>
          </a:solidFill>
          <a:latin typeface="+mn-lt"/>
          <a:ea typeface="+mn-ea"/>
          <a:cs typeface="+mn-cs"/>
        </a:defRPr>
      </a:lvl7pPr>
      <a:lvl8pPr marL="3929842" algn="l" defTabSz="1122812" rtl="0" eaLnBrk="1" latinLnBrk="0" hangingPunct="1">
        <a:defRPr sz="2210" kern="1200">
          <a:solidFill>
            <a:schemeClr val="tx1"/>
          </a:solidFill>
          <a:latin typeface="+mn-lt"/>
          <a:ea typeface="+mn-ea"/>
          <a:cs typeface="+mn-cs"/>
        </a:defRPr>
      </a:lvl8pPr>
      <a:lvl9pPr marL="4491248" algn="l" defTabSz="1122812" rtl="0" eaLnBrk="1" latinLnBrk="0" hangingPunct="1">
        <a:defRPr sz="221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rgbClr val="F6E6AC"/>
        </a:solidFill>
        <a:effectLst/>
      </p:bgPr>
    </p:bg>
    <p:spTree>
      <p:nvGrpSpPr>
        <p:cNvPr id="1" name=""/>
        <p:cNvGrpSpPr/>
        <p:nvPr/>
      </p:nvGrpSpPr>
      <p:grpSpPr>
        <a:xfrm>
          <a:off x="0" y="0"/>
          <a:ext cx="0" cy="0"/>
          <a:chOff x="0" y="0"/>
          <a:chExt cx="0" cy="0"/>
        </a:xfrm>
      </p:grpSpPr>
      <p:sp>
        <p:nvSpPr>
          <p:cNvPr id="3" name="Flowchart: Document 2">
            <a:extLst>
              <a:ext uri="{FF2B5EF4-FFF2-40B4-BE49-F238E27FC236}">
                <a16:creationId xmlns:a16="http://schemas.microsoft.com/office/drawing/2014/main" id="{6075C69B-E013-4717-87B7-BD2DD794A76D}"/>
              </a:ext>
            </a:extLst>
          </p:cNvPr>
          <p:cNvSpPr/>
          <p:nvPr/>
        </p:nvSpPr>
        <p:spPr>
          <a:xfrm>
            <a:off x="150316" y="160107"/>
            <a:ext cx="21095373" cy="3882247"/>
          </a:xfrm>
          <a:prstGeom prst="flowChartDocument">
            <a:avLst/>
          </a:prstGeom>
          <a:solidFill>
            <a:srgbClr val="FEC382">
              <a:alpha val="55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MY" sz="2500" dirty="0"/>
          </a:p>
        </p:txBody>
      </p:sp>
      <p:sp>
        <p:nvSpPr>
          <p:cNvPr id="26" name="Text Box 122">
            <a:extLst>
              <a:ext uri="{FF2B5EF4-FFF2-40B4-BE49-F238E27FC236}">
                <a16:creationId xmlns:a16="http://schemas.microsoft.com/office/drawing/2014/main" id="{82511CF9-405E-4736-B224-3F6A6BCB92F6}"/>
              </a:ext>
            </a:extLst>
          </p:cNvPr>
          <p:cNvSpPr txBox="1">
            <a:spLocks noChangeArrowheads="1"/>
          </p:cNvSpPr>
          <p:nvPr/>
        </p:nvSpPr>
        <p:spPr bwMode="auto">
          <a:xfrm>
            <a:off x="8457703" y="299368"/>
            <a:ext cx="12205842" cy="15203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117694" tIns="294235" rIns="117694" bIns="294235" anchor="ctr" anchorCtr="0">
            <a:spAutoFit/>
          </a:bodyPr>
          <a:lstStyle>
            <a:lvl1pPr defTabSz="4389438" eaLnBrk="0" hangingPunct="0">
              <a:defRPr sz="2200">
                <a:solidFill>
                  <a:schemeClr val="tx1"/>
                </a:solidFill>
                <a:latin typeface="Arial" charset="0"/>
              </a:defRPr>
            </a:lvl1pPr>
            <a:lvl2pPr marL="742950" indent="-285750" defTabSz="4389438" eaLnBrk="0" hangingPunct="0">
              <a:defRPr sz="2200">
                <a:solidFill>
                  <a:schemeClr val="tx1"/>
                </a:solidFill>
                <a:latin typeface="Arial" charset="0"/>
              </a:defRPr>
            </a:lvl2pPr>
            <a:lvl3pPr marL="1143000" indent="-228600" defTabSz="4389438" eaLnBrk="0" hangingPunct="0">
              <a:defRPr sz="2200">
                <a:solidFill>
                  <a:schemeClr val="tx1"/>
                </a:solidFill>
                <a:latin typeface="Arial" charset="0"/>
              </a:defRPr>
            </a:lvl3pPr>
            <a:lvl4pPr marL="1600200" indent="-228600" defTabSz="4389438" eaLnBrk="0" hangingPunct="0">
              <a:defRPr sz="2200">
                <a:solidFill>
                  <a:schemeClr val="tx1"/>
                </a:solidFill>
                <a:latin typeface="Arial" charset="0"/>
              </a:defRPr>
            </a:lvl4pPr>
            <a:lvl5pPr marL="2057400" indent="-228600" defTabSz="4389438" eaLnBrk="0" hangingPunct="0">
              <a:defRPr sz="2200">
                <a:solidFill>
                  <a:schemeClr val="tx1"/>
                </a:solidFill>
                <a:latin typeface="Arial" charset="0"/>
              </a:defRPr>
            </a:lvl5pPr>
            <a:lvl6pPr marL="2514600" indent="-228600" defTabSz="4389438" eaLnBrk="0" fontAlgn="base" hangingPunct="0">
              <a:spcBef>
                <a:spcPct val="0"/>
              </a:spcBef>
              <a:spcAft>
                <a:spcPct val="0"/>
              </a:spcAft>
              <a:defRPr sz="2200">
                <a:solidFill>
                  <a:schemeClr val="tx1"/>
                </a:solidFill>
                <a:latin typeface="Arial" charset="0"/>
              </a:defRPr>
            </a:lvl6pPr>
            <a:lvl7pPr marL="2971800" indent="-228600" defTabSz="4389438" eaLnBrk="0" fontAlgn="base" hangingPunct="0">
              <a:spcBef>
                <a:spcPct val="0"/>
              </a:spcBef>
              <a:spcAft>
                <a:spcPct val="0"/>
              </a:spcAft>
              <a:defRPr sz="2200">
                <a:solidFill>
                  <a:schemeClr val="tx1"/>
                </a:solidFill>
                <a:latin typeface="Arial" charset="0"/>
              </a:defRPr>
            </a:lvl7pPr>
            <a:lvl8pPr marL="3429000" indent="-228600" defTabSz="4389438" eaLnBrk="0" fontAlgn="base" hangingPunct="0">
              <a:spcBef>
                <a:spcPct val="0"/>
              </a:spcBef>
              <a:spcAft>
                <a:spcPct val="0"/>
              </a:spcAft>
              <a:defRPr sz="2200">
                <a:solidFill>
                  <a:schemeClr val="tx1"/>
                </a:solidFill>
                <a:latin typeface="Arial" charset="0"/>
              </a:defRPr>
            </a:lvl8pPr>
            <a:lvl9pPr marL="3886200" indent="-228600" defTabSz="4389438" eaLnBrk="0" fontAlgn="base" hangingPunct="0">
              <a:spcBef>
                <a:spcPct val="0"/>
              </a:spcBef>
              <a:spcAft>
                <a:spcPct val="0"/>
              </a:spcAft>
              <a:defRPr sz="2200">
                <a:solidFill>
                  <a:schemeClr val="tx1"/>
                </a:solidFill>
                <a:latin typeface="Arial" charset="0"/>
              </a:defRPr>
            </a:lvl9pPr>
          </a:lstStyle>
          <a:p>
            <a:pPr algn="ctr" eaLnBrk="1" hangingPunct="1"/>
            <a:r>
              <a:rPr lang="en-US" sz="6019" b="1" dirty="0" err="1">
                <a:latin typeface="Arial" panose="020B0604020202020204" pitchFamily="34" charset="0"/>
                <a:cs typeface="Arial" panose="020B0604020202020204" pitchFamily="34" charset="0"/>
              </a:rPr>
              <a:t>Baony</a:t>
            </a:r>
            <a:r>
              <a:rPr lang="en-US" sz="6019" b="1" dirty="0">
                <a:latin typeface="Arial" panose="020B0604020202020204" pitchFamily="34" charset="0"/>
                <a:cs typeface="Arial" panose="020B0604020202020204" pitchFamily="34" charset="0"/>
              </a:rPr>
              <a:t> (Pet Ecommerce System)</a:t>
            </a:r>
          </a:p>
        </p:txBody>
      </p:sp>
      <p:sp>
        <p:nvSpPr>
          <p:cNvPr id="27" name="Text Box 123">
            <a:extLst>
              <a:ext uri="{FF2B5EF4-FFF2-40B4-BE49-F238E27FC236}">
                <a16:creationId xmlns:a16="http://schemas.microsoft.com/office/drawing/2014/main" id="{E2AF3FE0-7799-475E-BC4B-6A41A657D37C}"/>
              </a:ext>
            </a:extLst>
          </p:cNvPr>
          <p:cNvSpPr txBox="1">
            <a:spLocks noChangeArrowheads="1"/>
          </p:cNvSpPr>
          <p:nvPr/>
        </p:nvSpPr>
        <p:spPr bwMode="auto">
          <a:xfrm>
            <a:off x="6754085" y="1382477"/>
            <a:ext cx="14491604" cy="2336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17694" tIns="117694" rIns="117694" bIns="117694" anchor="ctr" anchorCtr="0"/>
          <a:lstStyle>
            <a:lvl1pPr defTabSz="4389438" eaLnBrk="0" hangingPunct="0">
              <a:defRPr sz="2200">
                <a:solidFill>
                  <a:schemeClr val="tx1"/>
                </a:solidFill>
                <a:latin typeface="Arial" charset="0"/>
              </a:defRPr>
            </a:lvl1pPr>
            <a:lvl2pPr marL="742950" indent="-285750" defTabSz="4389438" eaLnBrk="0" hangingPunct="0">
              <a:defRPr sz="2200">
                <a:solidFill>
                  <a:schemeClr val="tx1"/>
                </a:solidFill>
                <a:latin typeface="Arial" charset="0"/>
              </a:defRPr>
            </a:lvl2pPr>
            <a:lvl3pPr marL="1143000" indent="-228600" defTabSz="4389438" eaLnBrk="0" hangingPunct="0">
              <a:defRPr sz="2200">
                <a:solidFill>
                  <a:schemeClr val="tx1"/>
                </a:solidFill>
                <a:latin typeface="Arial" charset="0"/>
              </a:defRPr>
            </a:lvl3pPr>
            <a:lvl4pPr marL="1600200" indent="-228600" defTabSz="4389438" eaLnBrk="0" hangingPunct="0">
              <a:defRPr sz="2200">
                <a:solidFill>
                  <a:schemeClr val="tx1"/>
                </a:solidFill>
                <a:latin typeface="Arial" charset="0"/>
              </a:defRPr>
            </a:lvl4pPr>
            <a:lvl5pPr marL="2057400" indent="-228600" defTabSz="4389438" eaLnBrk="0" hangingPunct="0">
              <a:defRPr sz="2200">
                <a:solidFill>
                  <a:schemeClr val="tx1"/>
                </a:solidFill>
                <a:latin typeface="Arial" charset="0"/>
              </a:defRPr>
            </a:lvl5pPr>
            <a:lvl6pPr marL="2514600" indent="-228600" defTabSz="4389438" eaLnBrk="0" fontAlgn="base" hangingPunct="0">
              <a:spcBef>
                <a:spcPct val="0"/>
              </a:spcBef>
              <a:spcAft>
                <a:spcPct val="0"/>
              </a:spcAft>
              <a:defRPr sz="2200">
                <a:solidFill>
                  <a:schemeClr val="tx1"/>
                </a:solidFill>
                <a:latin typeface="Arial" charset="0"/>
              </a:defRPr>
            </a:lvl6pPr>
            <a:lvl7pPr marL="2971800" indent="-228600" defTabSz="4389438" eaLnBrk="0" fontAlgn="base" hangingPunct="0">
              <a:spcBef>
                <a:spcPct val="0"/>
              </a:spcBef>
              <a:spcAft>
                <a:spcPct val="0"/>
              </a:spcAft>
              <a:defRPr sz="2200">
                <a:solidFill>
                  <a:schemeClr val="tx1"/>
                </a:solidFill>
                <a:latin typeface="Arial" charset="0"/>
              </a:defRPr>
            </a:lvl7pPr>
            <a:lvl8pPr marL="3429000" indent="-228600" defTabSz="4389438" eaLnBrk="0" fontAlgn="base" hangingPunct="0">
              <a:spcBef>
                <a:spcPct val="0"/>
              </a:spcBef>
              <a:spcAft>
                <a:spcPct val="0"/>
              </a:spcAft>
              <a:defRPr sz="2200">
                <a:solidFill>
                  <a:schemeClr val="tx1"/>
                </a:solidFill>
                <a:latin typeface="Arial" charset="0"/>
              </a:defRPr>
            </a:lvl8pPr>
            <a:lvl9pPr marL="3886200" indent="-228600" defTabSz="4389438" eaLnBrk="0" fontAlgn="base" hangingPunct="0">
              <a:spcBef>
                <a:spcPct val="0"/>
              </a:spcBef>
              <a:spcAft>
                <a:spcPct val="0"/>
              </a:spcAft>
              <a:defRPr sz="2200">
                <a:solidFill>
                  <a:schemeClr val="tx1"/>
                </a:solidFill>
                <a:latin typeface="Arial" charset="0"/>
              </a:defRPr>
            </a:lvl9pPr>
          </a:lstStyle>
          <a:p>
            <a:pPr algn="ctr" eaLnBrk="1" hangingPunct="1"/>
            <a:endParaRPr lang="en-US" sz="4012" b="1" dirty="0">
              <a:latin typeface="Arial" panose="020B0604020202020204" pitchFamily="34" charset="0"/>
              <a:cs typeface="Arial" panose="020B0604020202020204" pitchFamily="34" charset="0"/>
            </a:endParaRPr>
          </a:p>
          <a:p>
            <a:pPr algn="ctr" eaLnBrk="1" hangingPunct="1"/>
            <a:r>
              <a:rPr lang="en-US" sz="4012" b="1" dirty="0">
                <a:latin typeface="Arial" panose="020B0604020202020204" pitchFamily="34" charset="0"/>
                <a:cs typeface="Arial" panose="020B0604020202020204" pitchFamily="34" charset="0"/>
              </a:rPr>
              <a:t>Yap Min Hen</a:t>
            </a:r>
          </a:p>
          <a:p>
            <a:pPr algn="ctr" eaLnBrk="1" hangingPunct="1"/>
            <a:r>
              <a:rPr lang="en-US" sz="3611" b="1" dirty="0">
                <a:latin typeface="Arial" panose="020B0604020202020204" pitchFamily="34" charset="0"/>
                <a:cs typeface="Arial" panose="020B0604020202020204" pitchFamily="34" charset="0"/>
              </a:rPr>
              <a:t>Bachelor of Software Engineering (</a:t>
            </a:r>
            <a:r>
              <a:rPr lang="en-US" sz="3611" b="1" dirty="0" err="1">
                <a:latin typeface="Arial" panose="020B0604020202020204" pitchFamily="34" charset="0"/>
                <a:cs typeface="Arial" panose="020B0604020202020204" pitchFamily="34" charset="0"/>
              </a:rPr>
              <a:t>Honours</a:t>
            </a:r>
            <a:r>
              <a:rPr lang="en-US" sz="3611" b="1" dirty="0">
                <a:latin typeface="Arial" panose="020B0604020202020204" pitchFamily="34" charset="0"/>
                <a:cs typeface="Arial" panose="020B0604020202020204" pitchFamily="34" charset="0"/>
              </a:rPr>
              <a:t>)</a:t>
            </a:r>
          </a:p>
          <a:p>
            <a:pPr algn="ctr" eaLnBrk="1" hangingPunct="1"/>
            <a:r>
              <a:rPr lang="en-US" sz="4012" b="1" dirty="0">
                <a:latin typeface="Arial" panose="020B0604020202020204" pitchFamily="34" charset="0"/>
                <a:cs typeface="Arial" panose="020B0604020202020204" pitchFamily="34" charset="0"/>
              </a:rPr>
              <a:t>Supervisor: </a:t>
            </a:r>
            <a:r>
              <a:rPr lang="en-US" sz="4012" b="1" dirty="0" err="1">
                <a:latin typeface="Arial" panose="020B0604020202020204" pitchFamily="34" charset="0"/>
                <a:cs typeface="Arial" panose="020B0604020202020204" pitchFamily="34" charset="0"/>
              </a:rPr>
              <a:t>Mazlinda</a:t>
            </a:r>
            <a:r>
              <a:rPr lang="en-US" sz="4012" b="1" dirty="0">
                <a:latin typeface="Arial" panose="020B0604020202020204" pitchFamily="34" charset="0"/>
                <a:cs typeface="Arial" panose="020B0604020202020204" pitchFamily="34" charset="0"/>
              </a:rPr>
              <a:t> Binti Nezam </a:t>
            </a:r>
            <a:r>
              <a:rPr lang="en-US" sz="4012" b="1" dirty="0" err="1">
                <a:latin typeface="Arial" panose="020B0604020202020204" pitchFamily="34" charset="0"/>
                <a:cs typeface="Arial" panose="020B0604020202020204" pitchFamily="34" charset="0"/>
              </a:rPr>
              <a:t>Mudeen</a:t>
            </a:r>
            <a:endParaRPr lang="en-US" sz="4012" b="1" dirty="0"/>
          </a:p>
          <a:p>
            <a:pPr algn="ctr" eaLnBrk="1" hangingPunct="1"/>
            <a:endParaRPr lang="en-US" sz="4012" b="1" dirty="0">
              <a:solidFill>
                <a:schemeClr val="bg1"/>
              </a:solidFill>
              <a:latin typeface="+mj-lt"/>
            </a:endParaRPr>
          </a:p>
        </p:txBody>
      </p:sp>
      <p:sp>
        <p:nvSpPr>
          <p:cNvPr id="28" name="Rounded Rectangle 16">
            <a:extLst>
              <a:ext uri="{FF2B5EF4-FFF2-40B4-BE49-F238E27FC236}">
                <a16:creationId xmlns:a16="http://schemas.microsoft.com/office/drawing/2014/main" id="{6B83C691-7C11-4E2E-BF16-9DC63C51C6D5}"/>
              </a:ext>
            </a:extLst>
          </p:cNvPr>
          <p:cNvSpPr/>
          <p:nvPr/>
        </p:nvSpPr>
        <p:spPr>
          <a:xfrm>
            <a:off x="364596" y="6790604"/>
            <a:ext cx="10526662" cy="4101152"/>
          </a:xfrm>
          <a:prstGeom prst="roundRect">
            <a:avLst>
              <a:gd name="adj" fmla="val 8925"/>
            </a:avLst>
          </a:prstGeom>
          <a:ln>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just"/>
            <a:endParaRPr lang="en-US" sz="2059" dirty="0">
              <a:latin typeface="Times New Roman" panose="02020603050405020304" pitchFamily="18" charset="0"/>
              <a:cs typeface="Times New Roman" panose="02020603050405020304" pitchFamily="18" charset="0"/>
            </a:endParaRPr>
          </a:p>
          <a:p>
            <a:pPr algn="just"/>
            <a:endParaRPr lang="en-US" sz="2059" dirty="0">
              <a:latin typeface="Times New Roman" panose="02020603050405020304" pitchFamily="18" charset="0"/>
              <a:cs typeface="Times New Roman" panose="02020603050405020304" pitchFamily="18" charset="0"/>
            </a:endParaRPr>
          </a:p>
          <a:p>
            <a:pPr algn="just"/>
            <a:endParaRPr lang="en-US" sz="2059" dirty="0">
              <a:latin typeface="Times New Roman" panose="02020603050405020304" pitchFamily="18" charset="0"/>
              <a:cs typeface="Times New Roman" panose="02020603050405020304" pitchFamily="18" charset="0"/>
            </a:endParaRPr>
          </a:p>
          <a:p>
            <a:pPr algn="just"/>
            <a:endParaRPr lang="en-US" sz="2059" dirty="0">
              <a:latin typeface="Times New Roman" panose="02020603050405020304" pitchFamily="18" charset="0"/>
              <a:cs typeface="Times New Roman" panose="02020603050405020304" pitchFamily="18" charset="0"/>
            </a:endParaRPr>
          </a:p>
          <a:p>
            <a:pPr algn="just"/>
            <a:endParaRPr lang="en-US" sz="2059" dirty="0">
              <a:latin typeface="Times New Roman" panose="02020603050405020304" pitchFamily="18" charset="0"/>
              <a:cs typeface="Times New Roman" panose="02020603050405020304" pitchFamily="18" charset="0"/>
            </a:endParaRPr>
          </a:p>
          <a:p>
            <a:pPr algn="just"/>
            <a:endParaRPr lang="en-US" sz="2059" dirty="0">
              <a:latin typeface="Times New Roman" panose="02020603050405020304" pitchFamily="18" charset="0"/>
              <a:cs typeface="Times New Roman" panose="02020603050405020304" pitchFamily="18" charset="0"/>
            </a:endParaRPr>
          </a:p>
          <a:p>
            <a:pPr algn="just"/>
            <a:endParaRPr lang="en-US" sz="2059" dirty="0">
              <a:latin typeface="Times New Roman" panose="02020603050405020304" pitchFamily="18" charset="0"/>
              <a:cs typeface="Times New Roman" panose="02020603050405020304" pitchFamily="18" charset="0"/>
            </a:endParaRPr>
          </a:p>
          <a:p>
            <a:pPr algn="just"/>
            <a:endParaRPr lang="en-US" sz="2059" dirty="0">
              <a:latin typeface="Times New Roman" panose="02020603050405020304" pitchFamily="18" charset="0"/>
              <a:cs typeface="Times New Roman" panose="02020603050405020304" pitchFamily="18" charset="0"/>
            </a:endParaRPr>
          </a:p>
          <a:p>
            <a:pPr algn="just"/>
            <a:r>
              <a:rPr lang="en-US" sz="2809" dirty="0">
                <a:latin typeface="Times New Roman" panose="02020603050405020304" pitchFamily="18" charset="0"/>
                <a:cs typeface="Times New Roman" panose="02020603050405020304" pitchFamily="18" charset="0"/>
              </a:rPr>
              <a:t>The pet care industry in Malaysia is fragmented, lacking a unified platform for pet products and services. Pet owners face difficulties accessing a comprehensive solution for pet-related needs, including healthcare records, emergency services, and funeral arrangements. There is also limited exposure for pet businesses to promote their services effectively.</a:t>
            </a:r>
            <a:endParaRPr lang="en-US" sz="2059" dirty="0">
              <a:latin typeface="Times New Roman" panose="02020603050405020304" pitchFamily="18" charset="0"/>
              <a:cs typeface="Times New Roman" panose="02020603050405020304" pitchFamily="18" charset="0"/>
            </a:endParaRPr>
          </a:p>
          <a:p>
            <a:pPr algn="just"/>
            <a:endParaRPr lang="en-US" sz="2059" dirty="0">
              <a:latin typeface="Times New Roman" panose="02020603050405020304" pitchFamily="18" charset="0"/>
              <a:cs typeface="Times New Roman" panose="02020603050405020304" pitchFamily="18" charset="0"/>
            </a:endParaRPr>
          </a:p>
          <a:p>
            <a:pPr algn="just"/>
            <a:endParaRPr lang="en-US" sz="2059" dirty="0">
              <a:latin typeface="Times New Roman" panose="02020603050405020304" pitchFamily="18" charset="0"/>
              <a:cs typeface="Times New Roman" panose="02020603050405020304" pitchFamily="18" charset="0"/>
            </a:endParaRPr>
          </a:p>
          <a:p>
            <a:pPr algn="just"/>
            <a:endParaRPr lang="en-US" sz="2059" dirty="0">
              <a:latin typeface="Times New Roman" panose="02020603050405020304" pitchFamily="18" charset="0"/>
              <a:cs typeface="Times New Roman" panose="02020603050405020304" pitchFamily="18" charset="0"/>
            </a:endParaRPr>
          </a:p>
          <a:p>
            <a:pPr marL="331054" indent="-331054" algn="just">
              <a:buFont typeface="+mj-lt"/>
              <a:buAutoNum type="arabicPeriod"/>
            </a:pPr>
            <a:endParaRPr lang="en-MY" sz="2059" dirty="0">
              <a:latin typeface="Times New Roman" panose="02020603050405020304" pitchFamily="18" charset="0"/>
              <a:cs typeface="Times New Roman" panose="02020603050405020304" pitchFamily="18" charset="0"/>
            </a:endParaRPr>
          </a:p>
          <a:p>
            <a:pPr algn="just"/>
            <a:r>
              <a:rPr lang="en-MY" sz="2059" dirty="0">
                <a:latin typeface="Times New Roman" panose="02020603050405020304" pitchFamily="18" charset="0"/>
                <a:cs typeface="Times New Roman" panose="02020603050405020304" pitchFamily="18" charset="0"/>
              </a:rPr>
              <a:t>	</a:t>
            </a:r>
          </a:p>
          <a:p>
            <a:pPr algn="just"/>
            <a:endParaRPr lang="en-MY" sz="2059" dirty="0">
              <a:latin typeface="Times New Roman" panose="02020603050405020304" pitchFamily="18" charset="0"/>
              <a:cs typeface="Times New Roman" panose="02020603050405020304" pitchFamily="18" charset="0"/>
            </a:endParaRPr>
          </a:p>
        </p:txBody>
      </p:sp>
      <p:sp>
        <p:nvSpPr>
          <p:cNvPr id="29" name="Rectangle 45">
            <a:extLst>
              <a:ext uri="{FF2B5EF4-FFF2-40B4-BE49-F238E27FC236}">
                <a16:creationId xmlns:a16="http://schemas.microsoft.com/office/drawing/2014/main" id="{DD0D6802-8ACC-4B00-A7F6-56A5343EE144}"/>
              </a:ext>
            </a:extLst>
          </p:cNvPr>
          <p:cNvSpPr/>
          <p:nvPr/>
        </p:nvSpPr>
        <p:spPr>
          <a:xfrm>
            <a:off x="2796643" y="6814740"/>
            <a:ext cx="5988369" cy="452962"/>
          </a:xfrm>
          <a:custGeom>
            <a:avLst/>
            <a:gdLst>
              <a:gd name="connsiteX0" fmla="*/ 0 w 5105400"/>
              <a:gd name="connsiteY0" fmla="*/ 0 h 826646"/>
              <a:gd name="connsiteX1" fmla="*/ 5105400 w 5105400"/>
              <a:gd name="connsiteY1" fmla="*/ 0 h 826646"/>
              <a:gd name="connsiteX2" fmla="*/ 5105400 w 5105400"/>
              <a:gd name="connsiteY2" fmla="*/ 826646 h 826646"/>
              <a:gd name="connsiteX3" fmla="*/ 0 w 5105400"/>
              <a:gd name="connsiteY3" fmla="*/ 826646 h 826646"/>
              <a:gd name="connsiteX4" fmla="*/ 0 w 5105400"/>
              <a:gd name="connsiteY4" fmla="*/ 0 h 826646"/>
              <a:gd name="connsiteX0" fmla="*/ 0 w 5105400"/>
              <a:gd name="connsiteY0" fmla="*/ 0 h 874772"/>
              <a:gd name="connsiteX1" fmla="*/ 5105400 w 5105400"/>
              <a:gd name="connsiteY1" fmla="*/ 0 h 874772"/>
              <a:gd name="connsiteX2" fmla="*/ 5105400 w 5105400"/>
              <a:gd name="connsiteY2" fmla="*/ 826646 h 874772"/>
              <a:gd name="connsiteX3" fmla="*/ 336884 w 5105400"/>
              <a:gd name="connsiteY3" fmla="*/ 874772 h 874772"/>
              <a:gd name="connsiteX4" fmla="*/ 0 w 5105400"/>
              <a:gd name="connsiteY4" fmla="*/ 0 h 874772"/>
              <a:gd name="connsiteX0" fmla="*/ 0 w 5105400"/>
              <a:gd name="connsiteY0" fmla="*/ 0 h 874772"/>
              <a:gd name="connsiteX1" fmla="*/ 5105400 w 5105400"/>
              <a:gd name="connsiteY1" fmla="*/ 0 h 874772"/>
              <a:gd name="connsiteX2" fmla="*/ 5105400 w 5105400"/>
              <a:gd name="connsiteY2" fmla="*/ 826646 h 874772"/>
              <a:gd name="connsiteX3" fmla="*/ 336884 w 5105400"/>
              <a:gd name="connsiteY3" fmla="*/ 874772 h 874772"/>
              <a:gd name="connsiteX4" fmla="*/ 0 w 5105400"/>
              <a:gd name="connsiteY4" fmla="*/ 0 h 874772"/>
              <a:gd name="connsiteX0" fmla="*/ 0 w 5105400"/>
              <a:gd name="connsiteY0" fmla="*/ 0 h 874772"/>
              <a:gd name="connsiteX1" fmla="*/ 5105400 w 5105400"/>
              <a:gd name="connsiteY1" fmla="*/ 0 h 874772"/>
              <a:gd name="connsiteX2" fmla="*/ 4720389 w 5105400"/>
              <a:gd name="connsiteY2" fmla="*/ 826646 h 874772"/>
              <a:gd name="connsiteX3" fmla="*/ 336884 w 5105400"/>
              <a:gd name="connsiteY3" fmla="*/ 874772 h 874772"/>
              <a:gd name="connsiteX4" fmla="*/ 0 w 5105400"/>
              <a:gd name="connsiteY4" fmla="*/ 0 h 874772"/>
              <a:gd name="connsiteX0" fmla="*/ 0 w 5105400"/>
              <a:gd name="connsiteY0" fmla="*/ 0 h 874772"/>
              <a:gd name="connsiteX1" fmla="*/ 5105400 w 5105400"/>
              <a:gd name="connsiteY1" fmla="*/ 0 h 874772"/>
              <a:gd name="connsiteX2" fmla="*/ 4720389 w 5105400"/>
              <a:gd name="connsiteY2" fmla="*/ 826646 h 874772"/>
              <a:gd name="connsiteX3" fmla="*/ 336884 w 5105400"/>
              <a:gd name="connsiteY3" fmla="*/ 874772 h 874772"/>
              <a:gd name="connsiteX4" fmla="*/ 0 w 5105400"/>
              <a:gd name="connsiteY4" fmla="*/ 0 h 874772"/>
              <a:gd name="connsiteX0" fmla="*/ 0 w 5105400"/>
              <a:gd name="connsiteY0" fmla="*/ 0 h 874772"/>
              <a:gd name="connsiteX1" fmla="*/ 5105400 w 5105400"/>
              <a:gd name="connsiteY1" fmla="*/ 0 h 874772"/>
              <a:gd name="connsiteX2" fmla="*/ 4720389 w 5105400"/>
              <a:gd name="connsiteY2" fmla="*/ 826646 h 874772"/>
              <a:gd name="connsiteX3" fmla="*/ 336884 w 5105400"/>
              <a:gd name="connsiteY3" fmla="*/ 874772 h 874772"/>
              <a:gd name="connsiteX4" fmla="*/ 0 w 5105400"/>
              <a:gd name="connsiteY4" fmla="*/ 0 h 874772"/>
              <a:gd name="connsiteX0" fmla="*/ 0 w 5105400"/>
              <a:gd name="connsiteY0" fmla="*/ 0 h 874772"/>
              <a:gd name="connsiteX1" fmla="*/ 5105400 w 5105400"/>
              <a:gd name="connsiteY1" fmla="*/ 0 h 874772"/>
              <a:gd name="connsiteX2" fmla="*/ 4720389 w 5105400"/>
              <a:gd name="connsiteY2" fmla="*/ 826646 h 874772"/>
              <a:gd name="connsiteX3" fmla="*/ 265554 w 5105400"/>
              <a:gd name="connsiteY3" fmla="*/ 874772 h 874772"/>
              <a:gd name="connsiteX4" fmla="*/ 0 w 5105400"/>
              <a:gd name="connsiteY4" fmla="*/ 0 h 874772"/>
              <a:gd name="connsiteX0" fmla="*/ 0 w 5105400"/>
              <a:gd name="connsiteY0" fmla="*/ 0 h 874772"/>
              <a:gd name="connsiteX1" fmla="*/ 5105400 w 5105400"/>
              <a:gd name="connsiteY1" fmla="*/ 0 h 874772"/>
              <a:gd name="connsiteX2" fmla="*/ 4720389 w 5105400"/>
              <a:gd name="connsiteY2" fmla="*/ 826646 h 874772"/>
              <a:gd name="connsiteX3" fmla="*/ 265554 w 5105400"/>
              <a:gd name="connsiteY3" fmla="*/ 874772 h 874772"/>
              <a:gd name="connsiteX4" fmla="*/ 0 w 5105400"/>
              <a:gd name="connsiteY4" fmla="*/ 0 h 874772"/>
              <a:gd name="connsiteX0" fmla="*/ 0 w 5105400"/>
              <a:gd name="connsiteY0" fmla="*/ 0 h 842962"/>
              <a:gd name="connsiteX1" fmla="*/ 5105400 w 5105400"/>
              <a:gd name="connsiteY1" fmla="*/ 0 h 842962"/>
              <a:gd name="connsiteX2" fmla="*/ 4720389 w 5105400"/>
              <a:gd name="connsiteY2" fmla="*/ 826646 h 842962"/>
              <a:gd name="connsiteX3" fmla="*/ 336884 w 5105400"/>
              <a:gd name="connsiteY3" fmla="*/ 842962 h 842962"/>
              <a:gd name="connsiteX4" fmla="*/ 0 w 5105400"/>
              <a:gd name="connsiteY4" fmla="*/ 0 h 842962"/>
              <a:gd name="connsiteX0" fmla="*/ 0 w 5105400"/>
              <a:gd name="connsiteY0" fmla="*/ 0 h 842962"/>
              <a:gd name="connsiteX1" fmla="*/ 5105400 w 5105400"/>
              <a:gd name="connsiteY1" fmla="*/ 0 h 842962"/>
              <a:gd name="connsiteX2" fmla="*/ 4684724 w 5105400"/>
              <a:gd name="connsiteY2" fmla="*/ 826646 h 842962"/>
              <a:gd name="connsiteX3" fmla="*/ 336884 w 5105400"/>
              <a:gd name="connsiteY3" fmla="*/ 842962 h 842962"/>
              <a:gd name="connsiteX4" fmla="*/ 0 w 5105400"/>
              <a:gd name="connsiteY4" fmla="*/ 0 h 842962"/>
              <a:gd name="connsiteX0" fmla="*/ 0 w 5105400"/>
              <a:gd name="connsiteY0" fmla="*/ 0 h 842962"/>
              <a:gd name="connsiteX1" fmla="*/ 5105400 w 5105400"/>
              <a:gd name="connsiteY1" fmla="*/ 0 h 842962"/>
              <a:gd name="connsiteX2" fmla="*/ 4684724 w 5105400"/>
              <a:gd name="connsiteY2" fmla="*/ 826646 h 842962"/>
              <a:gd name="connsiteX3" fmla="*/ 336884 w 5105400"/>
              <a:gd name="connsiteY3" fmla="*/ 842962 h 842962"/>
              <a:gd name="connsiteX4" fmla="*/ 0 w 5105400"/>
              <a:gd name="connsiteY4" fmla="*/ 0 h 842962"/>
              <a:gd name="connsiteX0" fmla="*/ 0 w 5105400"/>
              <a:gd name="connsiteY0" fmla="*/ 0 h 842962"/>
              <a:gd name="connsiteX1" fmla="*/ 5105400 w 5105400"/>
              <a:gd name="connsiteY1" fmla="*/ 0 h 842962"/>
              <a:gd name="connsiteX2" fmla="*/ 4684724 w 5105400"/>
              <a:gd name="connsiteY2" fmla="*/ 826646 h 842962"/>
              <a:gd name="connsiteX3" fmla="*/ 336884 w 5105400"/>
              <a:gd name="connsiteY3" fmla="*/ 842962 h 842962"/>
              <a:gd name="connsiteX4" fmla="*/ 0 w 5105400"/>
              <a:gd name="connsiteY4" fmla="*/ 0 h 842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05400" h="842962">
                <a:moveTo>
                  <a:pt x="0" y="0"/>
                </a:moveTo>
                <a:lnTo>
                  <a:pt x="5105400" y="0"/>
                </a:lnTo>
                <a:cubicBezTo>
                  <a:pt x="4977063" y="275549"/>
                  <a:pt x="5076896" y="694653"/>
                  <a:pt x="4684724" y="826646"/>
                </a:cubicBezTo>
                <a:lnTo>
                  <a:pt x="336884" y="842962"/>
                </a:lnTo>
                <a:cubicBezTo>
                  <a:pt x="-62450" y="631306"/>
                  <a:pt x="112295" y="291591"/>
                  <a:pt x="0" y="0"/>
                </a:cubicBezTo>
                <a:close/>
              </a:path>
            </a:pathLst>
          </a:custGeom>
          <a:solidFill>
            <a:srgbClr val="C1341D"/>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12" b="1" dirty="0">
                <a:solidFill>
                  <a:schemeClr val="accent3">
                    <a:lumMod val="20000"/>
                    <a:lumOff val="80000"/>
                  </a:schemeClr>
                </a:solidFill>
              </a:rPr>
              <a:t>Problem Statement</a:t>
            </a:r>
          </a:p>
        </p:txBody>
      </p:sp>
      <p:sp>
        <p:nvSpPr>
          <p:cNvPr id="30" name="Rounded Rectangle 40">
            <a:extLst>
              <a:ext uri="{FF2B5EF4-FFF2-40B4-BE49-F238E27FC236}">
                <a16:creationId xmlns:a16="http://schemas.microsoft.com/office/drawing/2014/main" id="{63F9D9F8-C0C2-4677-89F5-C6067EE97015}"/>
              </a:ext>
            </a:extLst>
          </p:cNvPr>
          <p:cNvSpPr/>
          <p:nvPr/>
        </p:nvSpPr>
        <p:spPr>
          <a:xfrm>
            <a:off x="364593" y="11229666"/>
            <a:ext cx="10526663" cy="3710879"/>
          </a:xfrm>
          <a:prstGeom prst="roundRect">
            <a:avLst>
              <a:gd name="adj" fmla="val 14538"/>
            </a:avLst>
          </a:prstGeom>
          <a:ln>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lvl="0"/>
            <a:endParaRPr lang="en-MY" sz="3210" dirty="0">
              <a:solidFill>
                <a:prstClr val="black"/>
              </a:solidFill>
              <a:latin typeface="Times New Roman" panose="02020603050405020304" pitchFamily="18" charset="0"/>
              <a:cs typeface="Times New Roman" panose="02020603050405020304" pitchFamily="18" charset="0"/>
            </a:endParaRPr>
          </a:p>
          <a:p>
            <a:pPr marL="514350" lvl="0" indent="-514350">
              <a:buFont typeface="+mj-lt"/>
              <a:buAutoNum type="arabicPeriod"/>
            </a:pPr>
            <a:r>
              <a:rPr lang="en-US" sz="2809" dirty="0">
                <a:solidFill>
                  <a:prstClr val="black"/>
                </a:solidFill>
                <a:latin typeface="Times New Roman" panose="02020603050405020304" pitchFamily="18" charset="0"/>
                <a:cs typeface="Times New Roman" panose="02020603050405020304" pitchFamily="18" charset="0"/>
              </a:rPr>
              <a:t>Improve the efficiency and convenience of managing pet-related products and services.</a:t>
            </a:r>
          </a:p>
          <a:p>
            <a:pPr marL="514350" lvl="0" indent="-514350">
              <a:buFont typeface="+mj-lt"/>
              <a:buAutoNum type="arabicPeriod"/>
            </a:pPr>
            <a:r>
              <a:rPr lang="en-US" sz="2809" dirty="0">
                <a:solidFill>
                  <a:prstClr val="black"/>
                </a:solidFill>
                <a:latin typeface="Times New Roman" panose="02020603050405020304" pitchFamily="18" charset="0"/>
                <a:cs typeface="Times New Roman" panose="02020603050405020304" pitchFamily="18" charset="0"/>
              </a:rPr>
              <a:t>Provide a centralized hub for pet healthcare data and emergency contacts.</a:t>
            </a:r>
          </a:p>
          <a:p>
            <a:pPr marL="514350" lvl="0" indent="-514350">
              <a:buFont typeface="+mj-lt"/>
              <a:buAutoNum type="arabicPeriod"/>
            </a:pPr>
            <a:r>
              <a:rPr lang="en-US" sz="2809" dirty="0">
                <a:solidFill>
                  <a:prstClr val="black"/>
                </a:solidFill>
                <a:latin typeface="Times New Roman" panose="02020603050405020304" pitchFamily="18" charset="0"/>
                <a:cs typeface="Times New Roman" panose="02020603050405020304" pitchFamily="18" charset="0"/>
              </a:rPr>
              <a:t>Offer a unified platform for pet product and service providers to enhance exposure.</a:t>
            </a:r>
            <a:endParaRPr lang="en-MY" sz="2809" dirty="0">
              <a:solidFill>
                <a:prstClr val="black"/>
              </a:solidFill>
              <a:latin typeface="Times New Roman" panose="02020603050405020304" pitchFamily="18" charset="0"/>
              <a:cs typeface="Times New Roman" panose="02020603050405020304" pitchFamily="18" charset="0"/>
            </a:endParaRPr>
          </a:p>
        </p:txBody>
      </p:sp>
      <p:sp>
        <p:nvSpPr>
          <p:cNvPr id="31" name="Rectangle 45">
            <a:extLst>
              <a:ext uri="{FF2B5EF4-FFF2-40B4-BE49-F238E27FC236}">
                <a16:creationId xmlns:a16="http://schemas.microsoft.com/office/drawing/2014/main" id="{AF6BA543-9972-47B1-92E7-4F61546D7E9D}"/>
              </a:ext>
            </a:extLst>
          </p:cNvPr>
          <p:cNvSpPr/>
          <p:nvPr/>
        </p:nvSpPr>
        <p:spPr>
          <a:xfrm>
            <a:off x="3663126" y="11233887"/>
            <a:ext cx="4380310" cy="544765"/>
          </a:xfrm>
          <a:custGeom>
            <a:avLst/>
            <a:gdLst>
              <a:gd name="connsiteX0" fmla="*/ 0 w 5105400"/>
              <a:gd name="connsiteY0" fmla="*/ 0 h 826646"/>
              <a:gd name="connsiteX1" fmla="*/ 5105400 w 5105400"/>
              <a:gd name="connsiteY1" fmla="*/ 0 h 826646"/>
              <a:gd name="connsiteX2" fmla="*/ 5105400 w 5105400"/>
              <a:gd name="connsiteY2" fmla="*/ 826646 h 826646"/>
              <a:gd name="connsiteX3" fmla="*/ 0 w 5105400"/>
              <a:gd name="connsiteY3" fmla="*/ 826646 h 826646"/>
              <a:gd name="connsiteX4" fmla="*/ 0 w 5105400"/>
              <a:gd name="connsiteY4" fmla="*/ 0 h 826646"/>
              <a:gd name="connsiteX0" fmla="*/ 0 w 5105400"/>
              <a:gd name="connsiteY0" fmla="*/ 0 h 874772"/>
              <a:gd name="connsiteX1" fmla="*/ 5105400 w 5105400"/>
              <a:gd name="connsiteY1" fmla="*/ 0 h 874772"/>
              <a:gd name="connsiteX2" fmla="*/ 5105400 w 5105400"/>
              <a:gd name="connsiteY2" fmla="*/ 826646 h 874772"/>
              <a:gd name="connsiteX3" fmla="*/ 336884 w 5105400"/>
              <a:gd name="connsiteY3" fmla="*/ 874772 h 874772"/>
              <a:gd name="connsiteX4" fmla="*/ 0 w 5105400"/>
              <a:gd name="connsiteY4" fmla="*/ 0 h 874772"/>
              <a:gd name="connsiteX0" fmla="*/ 0 w 5105400"/>
              <a:gd name="connsiteY0" fmla="*/ 0 h 874772"/>
              <a:gd name="connsiteX1" fmla="*/ 5105400 w 5105400"/>
              <a:gd name="connsiteY1" fmla="*/ 0 h 874772"/>
              <a:gd name="connsiteX2" fmla="*/ 5105400 w 5105400"/>
              <a:gd name="connsiteY2" fmla="*/ 826646 h 874772"/>
              <a:gd name="connsiteX3" fmla="*/ 336884 w 5105400"/>
              <a:gd name="connsiteY3" fmla="*/ 874772 h 874772"/>
              <a:gd name="connsiteX4" fmla="*/ 0 w 5105400"/>
              <a:gd name="connsiteY4" fmla="*/ 0 h 874772"/>
              <a:gd name="connsiteX0" fmla="*/ 0 w 5105400"/>
              <a:gd name="connsiteY0" fmla="*/ 0 h 874772"/>
              <a:gd name="connsiteX1" fmla="*/ 5105400 w 5105400"/>
              <a:gd name="connsiteY1" fmla="*/ 0 h 874772"/>
              <a:gd name="connsiteX2" fmla="*/ 4720389 w 5105400"/>
              <a:gd name="connsiteY2" fmla="*/ 826646 h 874772"/>
              <a:gd name="connsiteX3" fmla="*/ 336884 w 5105400"/>
              <a:gd name="connsiteY3" fmla="*/ 874772 h 874772"/>
              <a:gd name="connsiteX4" fmla="*/ 0 w 5105400"/>
              <a:gd name="connsiteY4" fmla="*/ 0 h 874772"/>
              <a:gd name="connsiteX0" fmla="*/ 0 w 5105400"/>
              <a:gd name="connsiteY0" fmla="*/ 0 h 874772"/>
              <a:gd name="connsiteX1" fmla="*/ 5105400 w 5105400"/>
              <a:gd name="connsiteY1" fmla="*/ 0 h 874772"/>
              <a:gd name="connsiteX2" fmla="*/ 4720389 w 5105400"/>
              <a:gd name="connsiteY2" fmla="*/ 826646 h 874772"/>
              <a:gd name="connsiteX3" fmla="*/ 336884 w 5105400"/>
              <a:gd name="connsiteY3" fmla="*/ 874772 h 874772"/>
              <a:gd name="connsiteX4" fmla="*/ 0 w 5105400"/>
              <a:gd name="connsiteY4" fmla="*/ 0 h 874772"/>
              <a:gd name="connsiteX0" fmla="*/ 0 w 5105400"/>
              <a:gd name="connsiteY0" fmla="*/ 0 h 874772"/>
              <a:gd name="connsiteX1" fmla="*/ 5105400 w 5105400"/>
              <a:gd name="connsiteY1" fmla="*/ 0 h 874772"/>
              <a:gd name="connsiteX2" fmla="*/ 4720389 w 5105400"/>
              <a:gd name="connsiteY2" fmla="*/ 826646 h 874772"/>
              <a:gd name="connsiteX3" fmla="*/ 336884 w 5105400"/>
              <a:gd name="connsiteY3" fmla="*/ 874772 h 874772"/>
              <a:gd name="connsiteX4" fmla="*/ 0 w 5105400"/>
              <a:gd name="connsiteY4" fmla="*/ 0 h 874772"/>
              <a:gd name="connsiteX0" fmla="*/ 0 w 5105400"/>
              <a:gd name="connsiteY0" fmla="*/ 0 h 874772"/>
              <a:gd name="connsiteX1" fmla="*/ 5105400 w 5105400"/>
              <a:gd name="connsiteY1" fmla="*/ 0 h 874772"/>
              <a:gd name="connsiteX2" fmla="*/ 4720389 w 5105400"/>
              <a:gd name="connsiteY2" fmla="*/ 826646 h 874772"/>
              <a:gd name="connsiteX3" fmla="*/ 265554 w 5105400"/>
              <a:gd name="connsiteY3" fmla="*/ 874772 h 874772"/>
              <a:gd name="connsiteX4" fmla="*/ 0 w 5105400"/>
              <a:gd name="connsiteY4" fmla="*/ 0 h 874772"/>
              <a:gd name="connsiteX0" fmla="*/ 0 w 5105400"/>
              <a:gd name="connsiteY0" fmla="*/ 0 h 874772"/>
              <a:gd name="connsiteX1" fmla="*/ 5105400 w 5105400"/>
              <a:gd name="connsiteY1" fmla="*/ 0 h 874772"/>
              <a:gd name="connsiteX2" fmla="*/ 4720389 w 5105400"/>
              <a:gd name="connsiteY2" fmla="*/ 826646 h 874772"/>
              <a:gd name="connsiteX3" fmla="*/ 265554 w 5105400"/>
              <a:gd name="connsiteY3" fmla="*/ 874772 h 874772"/>
              <a:gd name="connsiteX4" fmla="*/ 0 w 5105400"/>
              <a:gd name="connsiteY4" fmla="*/ 0 h 874772"/>
              <a:gd name="connsiteX0" fmla="*/ 0 w 5105400"/>
              <a:gd name="connsiteY0" fmla="*/ 0 h 842962"/>
              <a:gd name="connsiteX1" fmla="*/ 5105400 w 5105400"/>
              <a:gd name="connsiteY1" fmla="*/ 0 h 842962"/>
              <a:gd name="connsiteX2" fmla="*/ 4720389 w 5105400"/>
              <a:gd name="connsiteY2" fmla="*/ 826646 h 842962"/>
              <a:gd name="connsiteX3" fmla="*/ 336884 w 5105400"/>
              <a:gd name="connsiteY3" fmla="*/ 842962 h 842962"/>
              <a:gd name="connsiteX4" fmla="*/ 0 w 5105400"/>
              <a:gd name="connsiteY4" fmla="*/ 0 h 842962"/>
              <a:gd name="connsiteX0" fmla="*/ 0 w 5105400"/>
              <a:gd name="connsiteY0" fmla="*/ 0 h 842962"/>
              <a:gd name="connsiteX1" fmla="*/ 5105400 w 5105400"/>
              <a:gd name="connsiteY1" fmla="*/ 0 h 842962"/>
              <a:gd name="connsiteX2" fmla="*/ 4684724 w 5105400"/>
              <a:gd name="connsiteY2" fmla="*/ 826646 h 842962"/>
              <a:gd name="connsiteX3" fmla="*/ 336884 w 5105400"/>
              <a:gd name="connsiteY3" fmla="*/ 842962 h 842962"/>
              <a:gd name="connsiteX4" fmla="*/ 0 w 5105400"/>
              <a:gd name="connsiteY4" fmla="*/ 0 h 842962"/>
              <a:gd name="connsiteX0" fmla="*/ 0 w 5105400"/>
              <a:gd name="connsiteY0" fmla="*/ 0 h 842962"/>
              <a:gd name="connsiteX1" fmla="*/ 5105400 w 5105400"/>
              <a:gd name="connsiteY1" fmla="*/ 0 h 842962"/>
              <a:gd name="connsiteX2" fmla="*/ 4684724 w 5105400"/>
              <a:gd name="connsiteY2" fmla="*/ 826646 h 842962"/>
              <a:gd name="connsiteX3" fmla="*/ 336884 w 5105400"/>
              <a:gd name="connsiteY3" fmla="*/ 842962 h 842962"/>
              <a:gd name="connsiteX4" fmla="*/ 0 w 5105400"/>
              <a:gd name="connsiteY4" fmla="*/ 0 h 842962"/>
              <a:gd name="connsiteX0" fmla="*/ 0 w 5105400"/>
              <a:gd name="connsiteY0" fmla="*/ 0 h 842962"/>
              <a:gd name="connsiteX1" fmla="*/ 5105400 w 5105400"/>
              <a:gd name="connsiteY1" fmla="*/ 0 h 842962"/>
              <a:gd name="connsiteX2" fmla="*/ 4684724 w 5105400"/>
              <a:gd name="connsiteY2" fmla="*/ 826646 h 842962"/>
              <a:gd name="connsiteX3" fmla="*/ 336884 w 5105400"/>
              <a:gd name="connsiteY3" fmla="*/ 842962 h 842962"/>
              <a:gd name="connsiteX4" fmla="*/ 0 w 5105400"/>
              <a:gd name="connsiteY4" fmla="*/ 0 h 842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05400" h="842962">
                <a:moveTo>
                  <a:pt x="0" y="0"/>
                </a:moveTo>
                <a:lnTo>
                  <a:pt x="5105400" y="0"/>
                </a:lnTo>
                <a:cubicBezTo>
                  <a:pt x="4977063" y="275549"/>
                  <a:pt x="5076896" y="694653"/>
                  <a:pt x="4684724" y="826646"/>
                </a:cubicBezTo>
                <a:lnTo>
                  <a:pt x="336884" y="842962"/>
                </a:lnTo>
                <a:cubicBezTo>
                  <a:pt x="-62450" y="631306"/>
                  <a:pt x="112295" y="291591"/>
                  <a:pt x="0" y="0"/>
                </a:cubicBezTo>
                <a:close/>
              </a:path>
            </a:pathLst>
          </a:custGeom>
          <a:solidFill>
            <a:srgbClr val="C1341D"/>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12" b="1" dirty="0">
                <a:solidFill>
                  <a:schemeClr val="accent3">
                    <a:lumMod val="20000"/>
                    <a:lumOff val="80000"/>
                  </a:schemeClr>
                </a:solidFill>
              </a:rPr>
              <a:t>Objectives</a:t>
            </a:r>
          </a:p>
        </p:txBody>
      </p:sp>
      <p:sp>
        <p:nvSpPr>
          <p:cNvPr id="32" name="Rounded Rectangle 52">
            <a:extLst>
              <a:ext uri="{FF2B5EF4-FFF2-40B4-BE49-F238E27FC236}">
                <a16:creationId xmlns:a16="http://schemas.microsoft.com/office/drawing/2014/main" id="{3550BB62-529D-4AFF-95C5-991F5DB55BA9}"/>
              </a:ext>
            </a:extLst>
          </p:cNvPr>
          <p:cNvSpPr/>
          <p:nvPr/>
        </p:nvSpPr>
        <p:spPr>
          <a:xfrm>
            <a:off x="292184" y="15278457"/>
            <a:ext cx="10623208" cy="12238420"/>
          </a:xfrm>
          <a:prstGeom prst="roundRect">
            <a:avLst>
              <a:gd name="adj" fmla="val 6496"/>
            </a:avLst>
          </a:prstGeom>
          <a:ln>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just"/>
            <a:endParaRPr lang="en-MY" sz="3210" dirty="0">
              <a:latin typeface="Times New Roman" panose="02020603050405020304" pitchFamily="18" charset="0"/>
              <a:cs typeface="Times New Roman" panose="02020603050405020304" pitchFamily="18" charset="0"/>
            </a:endParaRPr>
          </a:p>
          <a:p>
            <a:pPr algn="just"/>
            <a:endParaRPr lang="en-MY" sz="802" dirty="0">
              <a:latin typeface="Times New Roman" panose="02020603050405020304" pitchFamily="18" charset="0"/>
              <a:cs typeface="Times New Roman" panose="02020603050405020304" pitchFamily="18" charset="0"/>
            </a:endParaRPr>
          </a:p>
          <a:p>
            <a:pPr algn="just"/>
            <a:r>
              <a:rPr lang="en-US" sz="2809" dirty="0" err="1">
                <a:latin typeface="Times New Roman" panose="02020603050405020304" pitchFamily="18" charset="0"/>
                <a:cs typeface="Times New Roman" panose="02020603050405020304" pitchFamily="18" charset="0"/>
              </a:rPr>
              <a:t>Baony</a:t>
            </a:r>
            <a:r>
              <a:rPr lang="en-US" sz="2809" dirty="0">
                <a:latin typeface="Times New Roman" panose="02020603050405020304" pitchFamily="18" charset="0"/>
                <a:cs typeface="Times New Roman" panose="02020603050405020304" pitchFamily="18" charset="0"/>
              </a:rPr>
              <a:t> addresses several user problems, such as the fragmented access to pet products, healthcare services, and lack of unified management tools for pet owners and businesses. Existing platforms like Shopee and Pet Backer only focus on product or service sales without combining pet healthcare management or emergency services. </a:t>
            </a:r>
            <a:r>
              <a:rPr lang="en-US" sz="2809" dirty="0" err="1">
                <a:latin typeface="Times New Roman" panose="02020603050405020304" pitchFamily="18" charset="0"/>
                <a:cs typeface="Times New Roman" panose="02020603050405020304" pitchFamily="18" charset="0"/>
              </a:rPr>
              <a:t>Baony</a:t>
            </a:r>
            <a:r>
              <a:rPr lang="en-US" sz="2809" dirty="0">
                <a:latin typeface="Times New Roman" panose="02020603050405020304" pitchFamily="18" charset="0"/>
                <a:cs typeface="Times New Roman" panose="02020603050405020304" pitchFamily="18" charset="0"/>
              </a:rPr>
              <a:t> aims to consolidate these into one platform, addressing user needs for convenience, accessibility, and comprehensive pet management.</a:t>
            </a:r>
          </a:p>
          <a:p>
            <a:pPr algn="just"/>
            <a:endParaRPr lang="en-US" sz="2809" dirty="0">
              <a:latin typeface="Times New Roman" panose="02020603050405020304" pitchFamily="18" charset="0"/>
              <a:cs typeface="Times New Roman" panose="02020603050405020304" pitchFamily="18" charset="0"/>
            </a:endParaRPr>
          </a:p>
          <a:p>
            <a:pPr algn="just"/>
            <a:r>
              <a:rPr lang="en-US" sz="2809" dirty="0">
                <a:latin typeface="Times New Roman" panose="02020603050405020304" pitchFamily="18" charset="0"/>
                <a:cs typeface="Times New Roman" panose="02020603050405020304" pitchFamily="18" charset="0"/>
              </a:rPr>
              <a:t>The Incremental Development Model was chosen to build </a:t>
            </a:r>
            <a:r>
              <a:rPr lang="en-US" sz="2809" dirty="0" err="1">
                <a:latin typeface="Times New Roman" panose="02020603050405020304" pitchFamily="18" charset="0"/>
                <a:cs typeface="Times New Roman" panose="02020603050405020304" pitchFamily="18" charset="0"/>
              </a:rPr>
              <a:t>Baony</a:t>
            </a:r>
            <a:r>
              <a:rPr lang="en-US" sz="2809" dirty="0">
                <a:latin typeface="Times New Roman" panose="02020603050405020304" pitchFamily="18" charset="0"/>
                <a:cs typeface="Times New Roman" panose="02020603050405020304" pitchFamily="18" charset="0"/>
              </a:rPr>
              <a:t> in manageable phases. Each phase introduces a functional module (e.g., pet profiles, e-commerce, emergency services), allowing continuous feedback and system refinement. This model balances early functionality with adaptability to evolving requirements.</a:t>
            </a:r>
          </a:p>
          <a:p>
            <a:pPr algn="just"/>
            <a:endParaRPr lang="en-US" sz="2809" dirty="0">
              <a:latin typeface="Times New Roman" panose="02020603050405020304" pitchFamily="18" charset="0"/>
              <a:cs typeface="Times New Roman" panose="02020603050405020304" pitchFamily="18" charset="0"/>
            </a:endParaRPr>
          </a:p>
          <a:p>
            <a:pPr algn="just"/>
            <a:r>
              <a:rPr lang="en-US" sz="2809" dirty="0" err="1">
                <a:latin typeface="Times New Roman" panose="02020603050405020304" pitchFamily="18" charset="0"/>
                <a:cs typeface="Times New Roman" panose="02020603050405020304" pitchFamily="18" charset="0"/>
              </a:rPr>
              <a:t>Baony</a:t>
            </a:r>
            <a:r>
              <a:rPr lang="en-US" sz="2809" dirty="0">
                <a:latin typeface="Times New Roman" panose="02020603050405020304" pitchFamily="18" charset="0"/>
                <a:cs typeface="Times New Roman" panose="02020603050405020304" pitchFamily="18" charset="0"/>
              </a:rPr>
              <a:t> targets pet owners, pet-related businesses (small to medium-sized), and veterinary clinics. The platform serves the pet care industry, offering an online marketplace, healthcare services, and appointment management. The business model includes a freemium approach for users and a subscription-based model for businesses.</a:t>
            </a:r>
          </a:p>
          <a:p>
            <a:pPr algn="just"/>
            <a:endParaRPr lang="en-US" sz="2809" dirty="0">
              <a:latin typeface="Times New Roman" panose="02020603050405020304" pitchFamily="18" charset="0"/>
              <a:cs typeface="Times New Roman" panose="02020603050405020304" pitchFamily="18" charset="0"/>
            </a:endParaRPr>
          </a:p>
          <a:p>
            <a:pPr algn="just"/>
            <a:r>
              <a:rPr lang="en-US" sz="2809" dirty="0">
                <a:latin typeface="Times New Roman" panose="02020603050405020304" pitchFamily="18" charset="0"/>
                <a:cs typeface="Times New Roman" panose="02020603050405020304" pitchFamily="18" charset="0"/>
              </a:rPr>
              <a:t>The system requires Android smartphones (Android 10+), and software tools like Android Studio and Firebase for secure, scalable operation.</a:t>
            </a:r>
            <a:endParaRPr lang="en-MY" sz="2809" dirty="0">
              <a:latin typeface="Times New Roman" panose="02020603050405020304" pitchFamily="18" charset="0"/>
              <a:cs typeface="Times New Roman" panose="02020603050405020304" pitchFamily="18" charset="0"/>
            </a:endParaRPr>
          </a:p>
        </p:txBody>
      </p:sp>
      <p:sp>
        <p:nvSpPr>
          <p:cNvPr id="33" name="Rectangle 45">
            <a:extLst>
              <a:ext uri="{FF2B5EF4-FFF2-40B4-BE49-F238E27FC236}">
                <a16:creationId xmlns:a16="http://schemas.microsoft.com/office/drawing/2014/main" id="{00E38DF4-C562-4DD2-BB64-EB7DF613A95B}"/>
              </a:ext>
            </a:extLst>
          </p:cNvPr>
          <p:cNvSpPr/>
          <p:nvPr/>
        </p:nvSpPr>
        <p:spPr>
          <a:xfrm>
            <a:off x="2674740" y="15303657"/>
            <a:ext cx="6357075" cy="625722"/>
          </a:xfrm>
          <a:custGeom>
            <a:avLst/>
            <a:gdLst>
              <a:gd name="connsiteX0" fmla="*/ 0 w 5105400"/>
              <a:gd name="connsiteY0" fmla="*/ 0 h 826646"/>
              <a:gd name="connsiteX1" fmla="*/ 5105400 w 5105400"/>
              <a:gd name="connsiteY1" fmla="*/ 0 h 826646"/>
              <a:gd name="connsiteX2" fmla="*/ 5105400 w 5105400"/>
              <a:gd name="connsiteY2" fmla="*/ 826646 h 826646"/>
              <a:gd name="connsiteX3" fmla="*/ 0 w 5105400"/>
              <a:gd name="connsiteY3" fmla="*/ 826646 h 826646"/>
              <a:gd name="connsiteX4" fmla="*/ 0 w 5105400"/>
              <a:gd name="connsiteY4" fmla="*/ 0 h 826646"/>
              <a:gd name="connsiteX0" fmla="*/ 0 w 5105400"/>
              <a:gd name="connsiteY0" fmla="*/ 0 h 874772"/>
              <a:gd name="connsiteX1" fmla="*/ 5105400 w 5105400"/>
              <a:gd name="connsiteY1" fmla="*/ 0 h 874772"/>
              <a:gd name="connsiteX2" fmla="*/ 5105400 w 5105400"/>
              <a:gd name="connsiteY2" fmla="*/ 826646 h 874772"/>
              <a:gd name="connsiteX3" fmla="*/ 336884 w 5105400"/>
              <a:gd name="connsiteY3" fmla="*/ 874772 h 874772"/>
              <a:gd name="connsiteX4" fmla="*/ 0 w 5105400"/>
              <a:gd name="connsiteY4" fmla="*/ 0 h 874772"/>
              <a:gd name="connsiteX0" fmla="*/ 0 w 5105400"/>
              <a:gd name="connsiteY0" fmla="*/ 0 h 874772"/>
              <a:gd name="connsiteX1" fmla="*/ 5105400 w 5105400"/>
              <a:gd name="connsiteY1" fmla="*/ 0 h 874772"/>
              <a:gd name="connsiteX2" fmla="*/ 5105400 w 5105400"/>
              <a:gd name="connsiteY2" fmla="*/ 826646 h 874772"/>
              <a:gd name="connsiteX3" fmla="*/ 336884 w 5105400"/>
              <a:gd name="connsiteY3" fmla="*/ 874772 h 874772"/>
              <a:gd name="connsiteX4" fmla="*/ 0 w 5105400"/>
              <a:gd name="connsiteY4" fmla="*/ 0 h 874772"/>
              <a:gd name="connsiteX0" fmla="*/ 0 w 5105400"/>
              <a:gd name="connsiteY0" fmla="*/ 0 h 874772"/>
              <a:gd name="connsiteX1" fmla="*/ 5105400 w 5105400"/>
              <a:gd name="connsiteY1" fmla="*/ 0 h 874772"/>
              <a:gd name="connsiteX2" fmla="*/ 4720389 w 5105400"/>
              <a:gd name="connsiteY2" fmla="*/ 826646 h 874772"/>
              <a:gd name="connsiteX3" fmla="*/ 336884 w 5105400"/>
              <a:gd name="connsiteY3" fmla="*/ 874772 h 874772"/>
              <a:gd name="connsiteX4" fmla="*/ 0 w 5105400"/>
              <a:gd name="connsiteY4" fmla="*/ 0 h 874772"/>
              <a:gd name="connsiteX0" fmla="*/ 0 w 5105400"/>
              <a:gd name="connsiteY0" fmla="*/ 0 h 874772"/>
              <a:gd name="connsiteX1" fmla="*/ 5105400 w 5105400"/>
              <a:gd name="connsiteY1" fmla="*/ 0 h 874772"/>
              <a:gd name="connsiteX2" fmla="*/ 4720389 w 5105400"/>
              <a:gd name="connsiteY2" fmla="*/ 826646 h 874772"/>
              <a:gd name="connsiteX3" fmla="*/ 336884 w 5105400"/>
              <a:gd name="connsiteY3" fmla="*/ 874772 h 874772"/>
              <a:gd name="connsiteX4" fmla="*/ 0 w 5105400"/>
              <a:gd name="connsiteY4" fmla="*/ 0 h 874772"/>
              <a:gd name="connsiteX0" fmla="*/ 0 w 5105400"/>
              <a:gd name="connsiteY0" fmla="*/ 0 h 874772"/>
              <a:gd name="connsiteX1" fmla="*/ 5105400 w 5105400"/>
              <a:gd name="connsiteY1" fmla="*/ 0 h 874772"/>
              <a:gd name="connsiteX2" fmla="*/ 4720389 w 5105400"/>
              <a:gd name="connsiteY2" fmla="*/ 826646 h 874772"/>
              <a:gd name="connsiteX3" fmla="*/ 336884 w 5105400"/>
              <a:gd name="connsiteY3" fmla="*/ 874772 h 874772"/>
              <a:gd name="connsiteX4" fmla="*/ 0 w 5105400"/>
              <a:gd name="connsiteY4" fmla="*/ 0 h 874772"/>
              <a:gd name="connsiteX0" fmla="*/ 0 w 5105400"/>
              <a:gd name="connsiteY0" fmla="*/ 0 h 874772"/>
              <a:gd name="connsiteX1" fmla="*/ 5105400 w 5105400"/>
              <a:gd name="connsiteY1" fmla="*/ 0 h 874772"/>
              <a:gd name="connsiteX2" fmla="*/ 4720389 w 5105400"/>
              <a:gd name="connsiteY2" fmla="*/ 826646 h 874772"/>
              <a:gd name="connsiteX3" fmla="*/ 265554 w 5105400"/>
              <a:gd name="connsiteY3" fmla="*/ 874772 h 874772"/>
              <a:gd name="connsiteX4" fmla="*/ 0 w 5105400"/>
              <a:gd name="connsiteY4" fmla="*/ 0 h 874772"/>
              <a:gd name="connsiteX0" fmla="*/ 0 w 5105400"/>
              <a:gd name="connsiteY0" fmla="*/ 0 h 874772"/>
              <a:gd name="connsiteX1" fmla="*/ 5105400 w 5105400"/>
              <a:gd name="connsiteY1" fmla="*/ 0 h 874772"/>
              <a:gd name="connsiteX2" fmla="*/ 4720389 w 5105400"/>
              <a:gd name="connsiteY2" fmla="*/ 826646 h 874772"/>
              <a:gd name="connsiteX3" fmla="*/ 265554 w 5105400"/>
              <a:gd name="connsiteY3" fmla="*/ 874772 h 874772"/>
              <a:gd name="connsiteX4" fmla="*/ 0 w 5105400"/>
              <a:gd name="connsiteY4" fmla="*/ 0 h 874772"/>
              <a:gd name="connsiteX0" fmla="*/ 0 w 5105400"/>
              <a:gd name="connsiteY0" fmla="*/ 0 h 842962"/>
              <a:gd name="connsiteX1" fmla="*/ 5105400 w 5105400"/>
              <a:gd name="connsiteY1" fmla="*/ 0 h 842962"/>
              <a:gd name="connsiteX2" fmla="*/ 4720389 w 5105400"/>
              <a:gd name="connsiteY2" fmla="*/ 826646 h 842962"/>
              <a:gd name="connsiteX3" fmla="*/ 336884 w 5105400"/>
              <a:gd name="connsiteY3" fmla="*/ 842962 h 842962"/>
              <a:gd name="connsiteX4" fmla="*/ 0 w 5105400"/>
              <a:gd name="connsiteY4" fmla="*/ 0 h 842962"/>
              <a:gd name="connsiteX0" fmla="*/ 0 w 5105400"/>
              <a:gd name="connsiteY0" fmla="*/ 0 h 842962"/>
              <a:gd name="connsiteX1" fmla="*/ 5105400 w 5105400"/>
              <a:gd name="connsiteY1" fmla="*/ 0 h 842962"/>
              <a:gd name="connsiteX2" fmla="*/ 4684724 w 5105400"/>
              <a:gd name="connsiteY2" fmla="*/ 826646 h 842962"/>
              <a:gd name="connsiteX3" fmla="*/ 336884 w 5105400"/>
              <a:gd name="connsiteY3" fmla="*/ 842962 h 842962"/>
              <a:gd name="connsiteX4" fmla="*/ 0 w 5105400"/>
              <a:gd name="connsiteY4" fmla="*/ 0 h 842962"/>
              <a:gd name="connsiteX0" fmla="*/ 0 w 5105400"/>
              <a:gd name="connsiteY0" fmla="*/ 0 h 842962"/>
              <a:gd name="connsiteX1" fmla="*/ 5105400 w 5105400"/>
              <a:gd name="connsiteY1" fmla="*/ 0 h 842962"/>
              <a:gd name="connsiteX2" fmla="*/ 4684724 w 5105400"/>
              <a:gd name="connsiteY2" fmla="*/ 826646 h 842962"/>
              <a:gd name="connsiteX3" fmla="*/ 336884 w 5105400"/>
              <a:gd name="connsiteY3" fmla="*/ 842962 h 842962"/>
              <a:gd name="connsiteX4" fmla="*/ 0 w 5105400"/>
              <a:gd name="connsiteY4" fmla="*/ 0 h 842962"/>
              <a:gd name="connsiteX0" fmla="*/ 0 w 5105400"/>
              <a:gd name="connsiteY0" fmla="*/ 0 h 842962"/>
              <a:gd name="connsiteX1" fmla="*/ 5105400 w 5105400"/>
              <a:gd name="connsiteY1" fmla="*/ 0 h 842962"/>
              <a:gd name="connsiteX2" fmla="*/ 4684724 w 5105400"/>
              <a:gd name="connsiteY2" fmla="*/ 826646 h 842962"/>
              <a:gd name="connsiteX3" fmla="*/ 336884 w 5105400"/>
              <a:gd name="connsiteY3" fmla="*/ 842962 h 842962"/>
              <a:gd name="connsiteX4" fmla="*/ 0 w 5105400"/>
              <a:gd name="connsiteY4" fmla="*/ 0 h 842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05400" h="842962">
                <a:moveTo>
                  <a:pt x="0" y="0"/>
                </a:moveTo>
                <a:lnTo>
                  <a:pt x="5105400" y="0"/>
                </a:lnTo>
                <a:cubicBezTo>
                  <a:pt x="4977063" y="275549"/>
                  <a:pt x="5076896" y="694653"/>
                  <a:pt x="4684724" y="826646"/>
                </a:cubicBezTo>
                <a:lnTo>
                  <a:pt x="336884" y="842962"/>
                </a:lnTo>
                <a:cubicBezTo>
                  <a:pt x="-62450" y="631306"/>
                  <a:pt x="112295" y="291591"/>
                  <a:pt x="0" y="0"/>
                </a:cubicBezTo>
                <a:close/>
              </a:path>
            </a:pathLst>
          </a:custGeom>
          <a:solidFill>
            <a:srgbClr val="C1341D"/>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12" b="1" dirty="0">
                <a:solidFill>
                  <a:schemeClr val="accent3">
                    <a:lumMod val="20000"/>
                    <a:lumOff val="80000"/>
                  </a:schemeClr>
                </a:solidFill>
              </a:rPr>
              <a:t>Design and Methodology</a:t>
            </a:r>
          </a:p>
        </p:txBody>
      </p:sp>
      <p:sp>
        <p:nvSpPr>
          <p:cNvPr id="34" name="Rounded Rectangle 55">
            <a:extLst>
              <a:ext uri="{FF2B5EF4-FFF2-40B4-BE49-F238E27FC236}">
                <a16:creationId xmlns:a16="http://schemas.microsoft.com/office/drawing/2014/main" id="{D4D8F02E-FDB3-42A3-8587-D08B18496963}"/>
              </a:ext>
            </a:extLst>
          </p:cNvPr>
          <p:cNvSpPr/>
          <p:nvPr/>
        </p:nvSpPr>
        <p:spPr>
          <a:xfrm>
            <a:off x="11192926" y="6771940"/>
            <a:ext cx="9835695" cy="16968610"/>
          </a:xfrm>
          <a:prstGeom prst="roundRect">
            <a:avLst>
              <a:gd name="adj" fmla="val 5110"/>
            </a:avLst>
          </a:prstGeom>
          <a:ln>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lvl="0" algn="just"/>
            <a:r>
              <a:rPr lang="en-US" sz="2809" dirty="0" err="1">
                <a:solidFill>
                  <a:prstClr val="black"/>
                </a:solidFill>
                <a:latin typeface="Times New Roman" panose="02020603050405020304" pitchFamily="18" charset="0"/>
                <a:cs typeface="Times New Roman" panose="02020603050405020304" pitchFamily="18" charset="0"/>
              </a:rPr>
              <a:t>Baony’s</a:t>
            </a:r>
            <a:r>
              <a:rPr lang="en-US" sz="2809" dirty="0">
                <a:solidFill>
                  <a:prstClr val="black"/>
                </a:solidFill>
                <a:latin typeface="Times New Roman" panose="02020603050405020304" pitchFamily="18" charset="0"/>
                <a:cs typeface="Times New Roman" panose="02020603050405020304" pitchFamily="18" charset="0"/>
              </a:rPr>
              <a:t> development utilized various software tools, hardware, and resources. The project was built using Android Studio as the development environment, with Kotlin as the primary programming language. Firebase served as the real-time database and authentication system, while </a:t>
            </a:r>
            <a:r>
              <a:rPr lang="en-US" sz="2809" dirty="0" err="1">
                <a:solidFill>
                  <a:prstClr val="black"/>
                </a:solidFill>
                <a:latin typeface="Times New Roman" panose="02020603050405020304" pitchFamily="18" charset="0"/>
                <a:cs typeface="Times New Roman" panose="02020603050405020304" pitchFamily="18" charset="0"/>
              </a:rPr>
              <a:t>Firestore</a:t>
            </a:r>
            <a:r>
              <a:rPr lang="en-US" sz="2809" dirty="0">
                <a:solidFill>
                  <a:prstClr val="black"/>
                </a:solidFill>
                <a:latin typeface="Times New Roman" panose="02020603050405020304" pitchFamily="18" charset="0"/>
                <a:cs typeface="Times New Roman" panose="02020603050405020304" pitchFamily="18" charset="0"/>
              </a:rPr>
              <a:t> was used for data storage. Hardware resources included Android smartphones (Android 10+) for testing, along with cloud-based servers (4 vCPUs, 16GB RAM) to handle data processing.</a:t>
            </a:r>
          </a:p>
          <a:p>
            <a:pPr lvl="0" algn="just"/>
            <a:endParaRPr lang="en-US" sz="2809" dirty="0">
              <a:solidFill>
                <a:prstClr val="black"/>
              </a:solidFill>
              <a:latin typeface="Times New Roman" panose="02020603050405020304" pitchFamily="18" charset="0"/>
              <a:cs typeface="Times New Roman" panose="02020603050405020304" pitchFamily="18" charset="0"/>
            </a:endParaRPr>
          </a:p>
          <a:p>
            <a:pPr lvl="0" algn="just"/>
            <a:r>
              <a:rPr lang="en-US" sz="2809" dirty="0">
                <a:solidFill>
                  <a:prstClr val="black"/>
                </a:solidFill>
                <a:latin typeface="Times New Roman" panose="02020603050405020304" pitchFamily="18" charset="0"/>
                <a:cs typeface="Times New Roman" panose="02020603050405020304" pitchFamily="18" charset="0"/>
              </a:rPr>
              <a:t>The graphical user interface (GUI) was designed for simplicity and ease of use, focusing on seamless navigation for pet owners and businesses. The hardware interfaces involved communication between Android devices and cloud servers, while the software interfaces handled interactions between the app, Firebase, and </a:t>
            </a:r>
            <a:r>
              <a:rPr lang="en-US" sz="2809" dirty="0" err="1">
                <a:solidFill>
                  <a:prstClr val="black"/>
                </a:solidFill>
                <a:latin typeface="Times New Roman" panose="02020603050405020304" pitchFamily="18" charset="0"/>
                <a:cs typeface="Times New Roman" panose="02020603050405020304" pitchFamily="18" charset="0"/>
              </a:rPr>
              <a:t>Firestore</a:t>
            </a:r>
            <a:r>
              <a:rPr lang="en-US" sz="2809" dirty="0">
                <a:solidFill>
                  <a:prstClr val="black"/>
                </a:solidFill>
                <a:latin typeface="Times New Roman" panose="02020603050405020304" pitchFamily="18" charset="0"/>
                <a:cs typeface="Times New Roman" panose="02020603050405020304" pitchFamily="18" charset="0"/>
              </a:rPr>
              <a:t>.</a:t>
            </a:r>
          </a:p>
          <a:p>
            <a:pPr lvl="0" algn="just"/>
            <a:endParaRPr lang="en-US" sz="2809" dirty="0">
              <a:solidFill>
                <a:prstClr val="black"/>
              </a:solidFill>
              <a:latin typeface="Times New Roman" panose="02020603050405020304" pitchFamily="18" charset="0"/>
              <a:cs typeface="Times New Roman" panose="02020603050405020304" pitchFamily="18" charset="0"/>
            </a:endParaRPr>
          </a:p>
          <a:p>
            <a:pPr lvl="0" algn="just"/>
            <a:r>
              <a:rPr lang="en-US" sz="2809" dirty="0" err="1">
                <a:solidFill>
                  <a:prstClr val="black"/>
                </a:solidFill>
                <a:latin typeface="Times New Roman" panose="02020603050405020304" pitchFamily="18" charset="0"/>
                <a:cs typeface="Times New Roman" panose="02020603050405020304" pitchFamily="18" charset="0"/>
              </a:rPr>
              <a:t>Baony’s</a:t>
            </a:r>
            <a:r>
              <a:rPr lang="en-US" sz="2809" dirty="0">
                <a:solidFill>
                  <a:prstClr val="black"/>
                </a:solidFill>
                <a:latin typeface="Times New Roman" panose="02020603050405020304" pitchFamily="18" charset="0"/>
                <a:cs typeface="Times New Roman" panose="02020603050405020304" pitchFamily="18" charset="0"/>
              </a:rPr>
              <a:t> functions include user login, pet profile management, product searches, and emergency service requests. The system was tested for reliability, ensuring smooth data syncing and real-time updates. Integration testing was performed to ensure that different modules, such as the shopping cart and booking system, worked cohesively. The platform demonstrated high usability due to its intuitive design and responsiveness.</a:t>
            </a:r>
          </a:p>
          <a:p>
            <a:pPr lvl="0" algn="just"/>
            <a:endParaRPr lang="en-US" sz="2809" dirty="0">
              <a:solidFill>
                <a:prstClr val="black"/>
              </a:solidFill>
              <a:latin typeface="Times New Roman" panose="02020603050405020304" pitchFamily="18" charset="0"/>
              <a:cs typeface="Times New Roman" panose="02020603050405020304" pitchFamily="18" charset="0"/>
            </a:endParaRPr>
          </a:p>
          <a:p>
            <a:pPr lvl="0" algn="just"/>
            <a:r>
              <a:rPr lang="en-US" sz="2809" dirty="0">
                <a:solidFill>
                  <a:prstClr val="black"/>
                </a:solidFill>
                <a:latin typeface="Times New Roman" panose="02020603050405020304" pitchFamily="18" charset="0"/>
                <a:cs typeface="Times New Roman" panose="02020603050405020304" pitchFamily="18" charset="0"/>
              </a:rPr>
              <a:t>During development, challenges such as data synchronization delays were solved by optimizing Firebase rules and improving query efficiency. Innovative ideas, like using real-time notifications for emergency services, were incorporated to enhance user experience and responsiveness.</a:t>
            </a:r>
          </a:p>
          <a:p>
            <a:pPr lvl="0" algn="just"/>
            <a:endParaRPr lang="en-US" sz="2809" dirty="0">
              <a:solidFill>
                <a:prstClr val="black"/>
              </a:solidFill>
              <a:latin typeface="Times New Roman" panose="02020603050405020304" pitchFamily="18" charset="0"/>
              <a:cs typeface="Times New Roman" panose="02020603050405020304" pitchFamily="18" charset="0"/>
            </a:endParaRPr>
          </a:p>
          <a:p>
            <a:pPr lvl="0" algn="just"/>
            <a:endParaRPr lang="en-US" sz="2809" dirty="0">
              <a:solidFill>
                <a:prstClr val="black"/>
              </a:solidFill>
              <a:latin typeface="Times New Roman" panose="02020603050405020304" pitchFamily="18" charset="0"/>
              <a:cs typeface="Times New Roman" panose="02020603050405020304" pitchFamily="18" charset="0"/>
            </a:endParaRPr>
          </a:p>
          <a:p>
            <a:pPr lvl="0" algn="just"/>
            <a:endParaRPr lang="en-US" sz="2809" dirty="0">
              <a:solidFill>
                <a:prstClr val="black"/>
              </a:solidFill>
              <a:latin typeface="Times New Roman" panose="02020603050405020304" pitchFamily="18" charset="0"/>
              <a:cs typeface="Times New Roman" panose="02020603050405020304" pitchFamily="18" charset="0"/>
            </a:endParaRPr>
          </a:p>
          <a:p>
            <a:pPr lvl="0" algn="just"/>
            <a:endParaRPr lang="en-US" sz="2809" dirty="0">
              <a:solidFill>
                <a:prstClr val="black"/>
              </a:solidFill>
              <a:latin typeface="Times New Roman" panose="02020603050405020304" pitchFamily="18" charset="0"/>
              <a:cs typeface="Times New Roman" panose="02020603050405020304" pitchFamily="18" charset="0"/>
            </a:endParaRPr>
          </a:p>
          <a:p>
            <a:pPr lvl="0" algn="just"/>
            <a:endParaRPr lang="en-US" sz="2809" dirty="0">
              <a:solidFill>
                <a:prstClr val="black"/>
              </a:solidFill>
              <a:latin typeface="Times New Roman" panose="02020603050405020304" pitchFamily="18" charset="0"/>
              <a:cs typeface="Times New Roman" panose="02020603050405020304" pitchFamily="18" charset="0"/>
            </a:endParaRPr>
          </a:p>
          <a:p>
            <a:pPr lvl="0" algn="just"/>
            <a:endParaRPr lang="en-US" sz="2500" dirty="0">
              <a:latin typeface="Times New Roman" panose="02020603050405020304" pitchFamily="18" charset="0"/>
              <a:cs typeface="Times New Roman" panose="02020603050405020304" pitchFamily="18" charset="0"/>
            </a:endParaRPr>
          </a:p>
        </p:txBody>
      </p:sp>
      <p:sp>
        <p:nvSpPr>
          <p:cNvPr id="35" name="Rectangle 45">
            <a:extLst>
              <a:ext uri="{FF2B5EF4-FFF2-40B4-BE49-F238E27FC236}">
                <a16:creationId xmlns:a16="http://schemas.microsoft.com/office/drawing/2014/main" id="{732D269E-EAED-46D8-B029-93EC1C182997}"/>
              </a:ext>
            </a:extLst>
          </p:cNvPr>
          <p:cNvSpPr/>
          <p:nvPr/>
        </p:nvSpPr>
        <p:spPr>
          <a:xfrm>
            <a:off x="12540346" y="6810420"/>
            <a:ext cx="6768407" cy="669759"/>
          </a:xfrm>
          <a:custGeom>
            <a:avLst/>
            <a:gdLst>
              <a:gd name="connsiteX0" fmla="*/ 0 w 5105400"/>
              <a:gd name="connsiteY0" fmla="*/ 0 h 826646"/>
              <a:gd name="connsiteX1" fmla="*/ 5105400 w 5105400"/>
              <a:gd name="connsiteY1" fmla="*/ 0 h 826646"/>
              <a:gd name="connsiteX2" fmla="*/ 5105400 w 5105400"/>
              <a:gd name="connsiteY2" fmla="*/ 826646 h 826646"/>
              <a:gd name="connsiteX3" fmla="*/ 0 w 5105400"/>
              <a:gd name="connsiteY3" fmla="*/ 826646 h 826646"/>
              <a:gd name="connsiteX4" fmla="*/ 0 w 5105400"/>
              <a:gd name="connsiteY4" fmla="*/ 0 h 826646"/>
              <a:gd name="connsiteX0" fmla="*/ 0 w 5105400"/>
              <a:gd name="connsiteY0" fmla="*/ 0 h 874772"/>
              <a:gd name="connsiteX1" fmla="*/ 5105400 w 5105400"/>
              <a:gd name="connsiteY1" fmla="*/ 0 h 874772"/>
              <a:gd name="connsiteX2" fmla="*/ 5105400 w 5105400"/>
              <a:gd name="connsiteY2" fmla="*/ 826646 h 874772"/>
              <a:gd name="connsiteX3" fmla="*/ 336884 w 5105400"/>
              <a:gd name="connsiteY3" fmla="*/ 874772 h 874772"/>
              <a:gd name="connsiteX4" fmla="*/ 0 w 5105400"/>
              <a:gd name="connsiteY4" fmla="*/ 0 h 874772"/>
              <a:gd name="connsiteX0" fmla="*/ 0 w 5105400"/>
              <a:gd name="connsiteY0" fmla="*/ 0 h 874772"/>
              <a:gd name="connsiteX1" fmla="*/ 5105400 w 5105400"/>
              <a:gd name="connsiteY1" fmla="*/ 0 h 874772"/>
              <a:gd name="connsiteX2" fmla="*/ 5105400 w 5105400"/>
              <a:gd name="connsiteY2" fmla="*/ 826646 h 874772"/>
              <a:gd name="connsiteX3" fmla="*/ 336884 w 5105400"/>
              <a:gd name="connsiteY3" fmla="*/ 874772 h 874772"/>
              <a:gd name="connsiteX4" fmla="*/ 0 w 5105400"/>
              <a:gd name="connsiteY4" fmla="*/ 0 h 874772"/>
              <a:gd name="connsiteX0" fmla="*/ 0 w 5105400"/>
              <a:gd name="connsiteY0" fmla="*/ 0 h 874772"/>
              <a:gd name="connsiteX1" fmla="*/ 5105400 w 5105400"/>
              <a:gd name="connsiteY1" fmla="*/ 0 h 874772"/>
              <a:gd name="connsiteX2" fmla="*/ 4720389 w 5105400"/>
              <a:gd name="connsiteY2" fmla="*/ 826646 h 874772"/>
              <a:gd name="connsiteX3" fmla="*/ 336884 w 5105400"/>
              <a:gd name="connsiteY3" fmla="*/ 874772 h 874772"/>
              <a:gd name="connsiteX4" fmla="*/ 0 w 5105400"/>
              <a:gd name="connsiteY4" fmla="*/ 0 h 874772"/>
              <a:gd name="connsiteX0" fmla="*/ 0 w 5105400"/>
              <a:gd name="connsiteY0" fmla="*/ 0 h 874772"/>
              <a:gd name="connsiteX1" fmla="*/ 5105400 w 5105400"/>
              <a:gd name="connsiteY1" fmla="*/ 0 h 874772"/>
              <a:gd name="connsiteX2" fmla="*/ 4720389 w 5105400"/>
              <a:gd name="connsiteY2" fmla="*/ 826646 h 874772"/>
              <a:gd name="connsiteX3" fmla="*/ 336884 w 5105400"/>
              <a:gd name="connsiteY3" fmla="*/ 874772 h 874772"/>
              <a:gd name="connsiteX4" fmla="*/ 0 w 5105400"/>
              <a:gd name="connsiteY4" fmla="*/ 0 h 874772"/>
              <a:gd name="connsiteX0" fmla="*/ 0 w 5105400"/>
              <a:gd name="connsiteY0" fmla="*/ 0 h 874772"/>
              <a:gd name="connsiteX1" fmla="*/ 5105400 w 5105400"/>
              <a:gd name="connsiteY1" fmla="*/ 0 h 874772"/>
              <a:gd name="connsiteX2" fmla="*/ 4720389 w 5105400"/>
              <a:gd name="connsiteY2" fmla="*/ 826646 h 874772"/>
              <a:gd name="connsiteX3" fmla="*/ 336884 w 5105400"/>
              <a:gd name="connsiteY3" fmla="*/ 874772 h 874772"/>
              <a:gd name="connsiteX4" fmla="*/ 0 w 5105400"/>
              <a:gd name="connsiteY4" fmla="*/ 0 h 874772"/>
              <a:gd name="connsiteX0" fmla="*/ 0 w 5105400"/>
              <a:gd name="connsiteY0" fmla="*/ 0 h 874772"/>
              <a:gd name="connsiteX1" fmla="*/ 5105400 w 5105400"/>
              <a:gd name="connsiteY1" fmla="*/ 0 h 874772"/>
              <a:gd name="connsiteX2" fmla="*/ 4720389 w 5105400"/>
              <a:gd name="connsiteY2" fmla="*/ 826646 h 874772"/>
              <a:gd name="connsiteX3" fmla="*/ 265554 w 5105400"/>
              <a:gd name="connsiteY3" fmla="*/ 874772 h 874772"/>
              <a:gd name="connsiteX4" fmla="*/ 0 w 5105400"/>
              <a:gd name="connsiteY4" fmla="*/ 0 h 874772"/>
              <a:gd name="connsiteX0" fmla="*/ 0 w 5105400"/>
              <a:gd name="connsiteY0" fmla="*/ 0 h 874772"/>
              <a:gd name="connsiteX1" fmla="*/ 5105400 w 5105400"/>
              <a:gd name="connsiteY1" fmla="*/ 0 h 874772"/>
              <a:gd name="connsiteX2" fmla="*/ 4720389 w 5105400"/>
              <a:gd name="connsiteY2" fmla="*/ 826646 h 874772"/>
              <a:gd name="connsiteX3" fmla="*/ 265554 w 5105400"/>
              <a:gd name="connsiteY3" fmla="*/ 874772 h 874772"/>
              <a:gd name="connsiteX4" fmla="*/ 0 w 5105400"/>
              <a:gd name="connsiteY4" fmla="*/ 0 h 874772"/>
              <a:gd name="connsiteX0" fmla="*/ 0 w 5105400"/>
              <a:gd name="connsiteY0" fmla="*/ 0 h 842962"/>
              <a:gd name="connsiteX1" fmla="*/ 5105400 w 5105400"/>
              <a:gd name="connsiteY1" fmla="*/ 0 h 842962"/>
              <a:gd name="connsiteX2" fmla="*/ 4720389 w 5105400"/>
              <a:gd name="connsiteY2" fmla="*/ 826646 h 842962"/>
              <a:gd name="connsiteX3" fmla="*/ 336884 w 5105400"/>
              <a:gd name="connsiteY3" fmla="*/ 842962 h 842962"/>
              <a:gd name="connsiteX4" fmla="*/ 0 w 5105400"/>
              <a:gd name="connsiteY4" fmla="*/ 0 h 842962"/>
              <a:gd name="connsiteX0" fmla="*/ 0 w 5105400"/>
              <a:gd name="connsiteY0" fmla="*/ 0 h 842962"/>
              <a:gd name="connsiteX1" fmla="*/ 5105400 w 5105400"/>
              <a:gd name="connsiteY1" fmla="*/ 0 h 842962"/>
              <a:gd name="connsiteX2" fmla="*/ 4684724 w 5105400"/>
              <a:gd name="connsiteY2" fmla="*/ 826646 h 842962"/>
              <a:gd name="connsiteX3" fmla="*/ 336884 w 5105400"/>
              <a:gd name="connsiteY3" fmla="*/ 842962 h 842962"/>
              <a:gd name="connsiteX4" fmla="*/ 0 w 5105400"/>
              <a:gd name="connsiteY4" fmla="*/ 0 h 842962"/>
              <a:gd name="connsiteX0" fmla="*/ 0 w 5105400"/>
              <a:gd name="connsiteY0" fmla="*/ 0 h 842962"/>
              <a:gd name="connsiteX1" fmla="*/ 5105400 w 5105400"/>
              <a:gd name="connsiteY1" fmla="*/ 0 h 842962"/>
              <a:gd name="connsiteX2" fmla="*/ 4684724 w 5105400"/>
              <a:gd name="connsiteY2" fmla="*/ 826646 h 842962"/>
              <a:gd name="connsiteX3" fmla="*/ 336884 w 5105400"/>
              <a:gd name="connsiteY3" fmla="*/ 842962 h 842962"/>
              <a:gd name="connsiteX4" fmla="*/ 0 w 5105400"/>
              <a:gd name="connsiteY4" fmla="*/ 0 h 842962"/>
              <a:gd name="connsiteX0" fmla="*/ 0 w 5105400"/>
              <a:gd name="connsiteY0" fmla="*/ 0 h 842962"/>
              <a:gd name="connsiteX1" fmla="*/ 5105400 w 5105400"/>
              <a:gd name="connsiteY1" fmla="*/ 0 h 842962"/>
              <a:gd name="connsiteX2" fmla="*/ 4684724 w 5105400"/>
              <a:gd name="connsiteY2" fmla="*/ 826646 h 842962"/>
              <a:gd name="connsiteX3" fmla="*/ 336884 w 5105400"/>
              <a:gd name="connsiteY3" fmla="*/ 842962 h 842962"/>
              <a:gd name="connsiteX4" fmla="*/ 0 w 5105400"/>
              <a:gd name="connsiteY4" fmla="*/ 0 h 842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05400" h="842962">
                <a:moveTo>
                  <a:pt x="0" y="0"/>
                </a:moveTo>
                <a:lnTo>
                  <a:pt x="5105400" y="0"/>
                </a:lnTo>
                <a:cubicBezTo>
                  <a:pt x="4977063" y="275549"/>
                  <a:pt x="5076896" y="694653"/>
                  <a:pt x="4684724" y="826646"/>
                </a:cubicBezTo>
                <a:lnTo>
                  <a:pt x="336884" y="842962"/>
                </a:lnTo>
                <a:cubicBezTo>
                  <a:pt x="-62450" y="631306"/>
                  <a:pt x="112295" y="291591"/>
                  <a:pt x="0" y="0"/>
                </a:cubicBezTo>
                <a:close/>
              </a:path>
            </a:pathLst>
          </a:custGeom>
          <a:solidFill>
            <a:srgbClr val="C1341D"/>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12" b="1" dirty="0">
                <a:solidFill>
                  <a:schemeClr val="accent3">
                    <a:lumMod val="20000"/>
                    <a:lumOff val="80000"/>
                  </a:schemeClr>
                </a:solidFill>
              </a:rPr>
              <a:t>Construction and Testing</a:t>
            </a:r>
          </a:p>
        </p:txBody>
      </p:sp>
      <p:sp>
        <p:nvSpPr>
          <p:cNvPr id="38" name="Rounded Rectangle 99">
            <a:extLst>
              <a:ext uri="{FF2B5EF4-FFF2-40B4-BE49-F238E27FC236}">
                <a16:creationId xmlns:a16="http://schemas.microsoft.com/office/drawing/2014/main" id="{A73AA9CA-E542-4E1D-AC89-2F72ED7DF51F}"/>
              </a:ext>
            </a:extLst>
          </p:cNvPr>
          <p:cNvSpPr/>
          <p:nvPr/>
        </p:nvSpPr>
        <p:spPr>
          <a:xfrm>
            <a:off x="340457" y="27664362"/>
            <a:ext cx="20704942" cy="2514141"/>
          </a:xfrm>
          <a:prstGeom prst="roundRect">
            <a:avLst>
              <a:gd name="adj" fmla="val 25245"/>
            </a:avLst>
          </a:prstGeom>
          <a:ln>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just"/>
            <a:endParaRPr lang="en-US" sz="2059" dirty="0">
              <a:latin typeface="Times New Roman" panose="02020603050405020304" pitchFamily="18" charset="0"/>
              <a:cs typeface="Times New Roman" panose="02020603050405020304" pitchFamily="18" charset="0"/>
            </a:endParaRPr>
          </a:p>
          <a:p>
            <a:pPr algn="just"/>
            <a:endParaRPr lang="en-US" sz="2809" dirty="0">
              <a:latin typeface="Times New Roman" panose="02020603050405020304" pitchFamily="18" charset="0"/>
              <a:cs typeface="Times New Roman" panose="02020603050405020304" pitchFamily="18" charset="0"/>
            </a:endParaRPr>
          </a:p>
          <a:p>
            <a:pPr algn="just"/>
            <a:r>
              <a:rPr lang="en-US" sz="2809" dirty="0" err="1">
                <a:latin typeface="Times New Roman" panose="02020603050405020304" pitchFamily="18" charset="0"/>
                <a:cs typeface="Times New Roman" panose="02020603050405020304" pitchFamily="18" charset="0"/>
              </a:rPr>
              <a:t>Baony</a:t>
            </a:r>
            <a:r>
              <a:rPr lang="en-US" sz="2809" dirty="0">
                <a:latin typeface="Times New Roman" panose="02020603050405020304" pitchFamily="18" charset="0"/>
                <a:cs typeface="Times New Roman" panose="02020603050405020304" pitchFamily="18" charset="0"/>
              </a:rPr>
              <a:t> successfully meets its objectives, providing a unified solution for pet care in Malaysia. The platform simplifies access to pet products and services while supporting business growth. Future development will focus on enhancing scalability, introducing real-time healthcare tracking, and expanding payment options.</a:t>
            </a:r>
          </a:p>
        </p:txBody>
      </p:sp>
      <p:sp>
        <p:nvSpPr>
          <p:cNvPr id="40" name="Rectangle 45">
            <a:extLst>
              <a:ext uri="{FF2B5EF4-FFF2-40B4-BE49-F238E27FC236}">
                <a16:creationId xmlns:a16="http://schemas.microsoft.com/office/drawing/2014/main" id="{76CEA224-011D-4C17-B040-B24A366DB603}"/>
              </a:ext>
            </a:extLst>
          </p:cNvPr>
          <p:cNvSpPr/>
          <p:nvPr/>
        </p:nvSpPr>
        <p:spPr>
          <a:xfrm>
            <a:off x="8183691" y="27679273"/>
            <a:ext cx="4719126" cy="568011"/>
          </a:xfrm>
          <a:custGeom>
            <a:avLst/>
            <a:gdLst>
              <a:gd name="connsiteX0" fmla="*/ 0 w 5105400"/>
              <a:gd name="connsiteY0" fmla="*/ 0 h 826646"/>
              <a:gd name="connsiteX1" fmla="*/ 5105400 w 5105400"/>
              <a:gd name="connsiteY1" fmla="*/ 0 h 826646"/>
              <a:gd name="connsiteX2" fmla="*/ 5105400 w 5105400"/>
              <a:gd name="connsiteY2" fmla="*/ 826646 h 826646"/>
              <a:gd name="connsiteX3" fmla="*/ 0 w 5105400"/>
              <a:gd name="connsiteY3" fmla="*/ 826646 h 826646"/>
              <a:gd name="connsiteX4" fmla="*/ 0 w 5105400"/>
              <a:gd name="connsiteY4" fmla="*/ 0 h 826646"/>
              <a:gd name="connsiteX0" fmla="*/ 0 w 5105400"/>
              <a:gd name="connsiteY0" fmla="*/ 0 h 874772"/>
              <a:gd name="connsiteX1" fmla="*/ 5105400 w 5105400"/>
              <a:gd name="connsiteY1" fmla="*/ 0 h 874772"/>
              <a:gd name="connsiteX2" fmla="*/ 5105400 w 5105400"/>
              <a:gd name="connsiteY2" fmla="*/ 826646 h 874772"/>
              <a:gd name="connsiteX3" fmla="*/ 336884 w 5105400"/>
              <a:gd name="connsiteY3" fmla="*/ 874772 h 874772"/>
              <a:gd name="connsiteX4" fmla="*/ 0 w 5105400"/>
              <a:gd name="connsiteY4" fmla="*/ 0 h 874772"/>
              <a:gd name="connsiteX0" fmla="*/ 0 w 5105400"/>
              <a:gd name="connsiteY0" fmla="*/ 0 h 874772"/>
              <a:gd name="connsiteX1" fmla="*/ 5105400 w 5105400"/>
              <a:gd name="connsiteY1" fmla="*/ 0 h 874772"/>
              <a:gd name="connsiteX2" fmla="*/ 5105400 w 5105400"/>
              <a:gd name="connsiteY2" fmla="*/ 826646 h 874772"/>
              <a:gd name="connsiteX3" fmla="*/ 336884 w 5105400"/>
              <a:gd name="connsiteY3" fmla="*/ 874772 h 874772"/>
              <a:gd name="connsiteX4" fmla="*/ 0 w 5105400"/>
              <a:gd name="connsiteY4" fmla="*/ 0 h 874772"/>
              <a:gd name="connsiteX0" fmla="*/ 0 w 5105400"/>
              <a:gd name="connsiteY0" fmla="*/ 0 h 874772"/>
              <a:gd name="connsiteX1" fmla="*/ 5105400 w 5105400"/>
              <a:gd name="connsiteY1" fmla="*/ 0 h 874772"/>
              <a:gd name="connsiteX2" fmla="*/ 4720389 w 5105400"/>
              <a:gd name="connsiteY2" fmla="*/ 826646 h 874772"/>
              <a:gd name="connsiteX3" fmla="*/ 336884 w 5105400"/>
              <a:gd name="connsiteY3" fmla="*/ 874772 h 874772"/>
              <a:gd name="connsiteX4" fmla="*/ 0 w 5105400"/>
              <a:gd name="connsiteY4" fmla="*/ 0 h 874772"/>
              <a:gd name="connsiteX0" fmla="*/ 0 w 5105400"/>
              <a:gd name="connsiteY0" fmla="*/ 0 h 874772"/>
              <a:gd name="connsiteX1" fmla="*/ 5105400 w 5105400"/>
              <a:gd name="connsiteY1" fmla="*/ 0 h 874772"/>
              <a:gd name="connsiteX2" fmla="*/ 4720389 w 5105400"/>
              <a:gd name="connsiteY2" fmla="*/ 826646 h 874772"/>
              <a:gd name="connsiteX3" fmla="*/ 336884 w 5105400"/>
              <a:gd name="connsiteY3" fmla="*/ 874772 h 874772"/>
              <a:gd name="connsiteX4" fmla="*/ 0 w 5105400"/>
              <a:gd name="connsiteY4" fmla="*/ 0 h 874772"/>
              <a:gd name="connsiteX0" fmla="*/ 0 w 5105400"/>
              <a:gd name="connsiteY0" fmla="*/ 0 h 874772"/>
              <a:gd name="connsiteX1" fmla="*/ 5105400 w 5105400"/>
              <a:gd name="connsiteY1" fmla="*/ 0 h 874772"/>
              <a:gd name="connsiteX2" fmla="*/ 4720389 w 5105400"/>
              <a:gd name="connsiteY2" fmla="*/ 826646 h 874772"/>
              <a:gd name="connsiteX3" fmla="*/ 336884 w 5105400"/>
              <a:gd name="connsiteY3" fmla="*/ 874772 h 874772"/>
              <a:gd name="connsiteX4" fmla="*/ 0 w 5105400"/>
              <a:gd name="connsiteY4" fmla="*/ 0 h 874772"/>
              <a:gd name="connsiteX0" fmla="*/ 0 w 5105400"/>
              <a:gd name="connsiteY0" fmla="*/ 0 h 874772"/>
              <a:gd name="connsiteX1" fmla="*/ 5105400 w 5105400"/>
              <a:gd name="connsiteY1" fmla="*/ 0 h 874772"/>
              <a:gd name="connsiteX2" fmla="*/ 4720389 w 5105400"/>
              <a:gd name="connsiteY2" fmla="*/ 826646 h 874772"/>
              <a:gd name="connsiteX3" fmla="*/ 265554 w 5105400"/>
              <a:gd name="connsiteY3" fmla="*/ 874772 h 874772"/>
              <a:gd name="connsiteX4" fmla="*/ 0 w 5105400"/>
              <a:gd name="connsiteY4" fmla="*/ 0 h 874772"/>
              <a:gd name="connsiteX0" fmla="*/ 0 w 5105400"/>
              <a:gd name="connsiteY0" fmla="*/ 0 h 874772"/>
              <a:gd name="connsiteX1" fmla="*/ 5105400 w 5105400"/>
              <a:gd name="connsiteY1" fmla="*/ 0 h 874772"/>
              <a:gd name="connsiteX2" fmla="*/ 4720389 w 5105400"/>
              <a:gd name="connsiteY2" fmla="*/ 826646 h 874772"/>
              <a:gd name="connsiteX3" fmla="*/ 265554 w 5105400"/>
              <a:gd name="connsiteY3" fmla="*/ 874772 h 874772"/>
              <a:gd name="connsiteX4" fmla="*/ 0 w 5105400"/>
              <a:gd name="connsiteY4" fmla="*/ 0 h 874772"/>
              <a:gd name="connsiteX0" fmla="*/ 0 w 5105400"/>
              <a:gd name="connsiteY0" fmla="*/ 0 h 842962"/>
              <a:gd name="connsiteX1" fmla="*/ 5105400 w 5105400"/>
              <a:gd name="connsiteY1" fmla="*/ 0 h 842962"/>
              <a:gd name="connsiteX2" fmla="*/ 4720389 w 5105400"/>
              <a:gd name="connsiteY2" fmla="*/ 826646 h 842962"/>
              <a:gd name="connsiteX3" fmla="*/ 336884 w 5105400"/>
              <a:gd name="connsiteY3" fmla="*/ 842962 h 842962"/>
              <a:gd name="connsiteX4" fmla="*/ 0 w 5105400"/>
              <a:gd name="connsiteY4" fmla="*/ 0 h 842962"/>
              <a:gd name="connsiteX0" fmla="*/ 0 w 5105400"/>
              <a:gd name="connsiteY0" fmla="*/ 0 h 842962"/>
              <a:gd name="connsiteX1" fmla="*/ 5105400 w 5105400"/>
              <a:gd name="connsiteY1" fmla="*/ 0 h 842962"/>
              <a:gd name="connsiteX2" fmla="*/ 4684724 w 5105400"/>
              <a:gd name="connsiteY2" fmla="*/ 826646 h 842962"/>
              <a:gd name="connsiteX3" fmla="*/ 336884 w 5105400"/>
              <a:gd name="connsiteY3" fmla="*/ 842962 h 842962"/>
              <a:gd name="connsiteX4" fmla="*/ 0 w 5105400"/>
              <a:gd name="connsiteY4" fmla="*/ 0 h 842962"/>
              <a:gd name="connsiteX0" fmla="*/ 0 w 5105400"/>
              <a:gd name="connsiteY0" fmla="*/ 0 h 842962"/>
              <a:gd name="connsiteX1" fmla="*/ 5105400 w 5105400"/>
              <a:gd name="connsiteY1" fmla="*/ 0 h 842962"/>
              <a:gd name="connsiteX2" fmla="*/ 4684724 w 5105400"/>
              <a:gd name="connsiteY2" fmla="*/ 826646 h 842962"/>
              <a:gd name="connsiteX3" fmla="*/ 336884 w 5105400"/>
              <a:gd name="connsiteY3" fmla="*/ 842962 h 842962"/>
              <a:gd name="connsiteX4" fmla="*/ 0 w 5105400"/>
              <a:gd name="connsiteY4" fmla="*/ 0 h 842962"/>
              <a:gd name="connsiteX0" fmla="*/ 0 w 5105400"/>
              <a:gd name="connsiteY0" fmla="*/ 0 h 842962"/>
              <a:gd name="connsiteX1" fmla="*/ 5105400 w 5105400"/>
              <a:gd name="connsiteY1" fmla="*/ 0 h 842962"/>
              <a:gd name="connsiteX2" fmla="*/ 4684724 w 5105400"/>
              <a:gd name="connsiteY2" fmla="*/ 826646 h 842962"/>
              <a:gd name="connsiteX3" fmla="*/ 336884 w 5105400"/>
              <a:gd name="connsiteY3" fmla="*/ 842962 h 842962"/>
              <a:gd name="connsiteX4" fmla="*/ 0 w 5105400"/>
              <a:gd name="connsiteY4" fmla="*/ 0 h 842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05400" h="842962">
                <a:moveTo>
                  <a:pt x="0" y="0"/>
                </a:moveTo>
                <a:lnTo>
                  <a:pt x="5105400" y="0"/>
                </a:lnTo>
                <a:cubicBezTo>
                  <a:pt x="4977063" y="275549"/>
                  <a:pt x="5076896" y="694653"/>
                  <a:pt x="4684724" y="826646"/>
                </a:cubicBezTo>
                <a:lnTo>
                  <a:pt x="336884" y="842962"/>
                </a:lnTo>
                <a:cubicBezTo>
                  <a:pt x="-62450" y="631306"/>
                  <a:pt x="112295" y="291591"/>
                  <a:pt x="0" y="0"/>
                </a:cubicBezTo>
                <a:close/>
              </a:path>
            </a:pathLst>
          </a:custGeom>
          <a:solidFill>
            <a:srgbClr val="C1341D"/>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12" b="1" dirty="0">
                <a:solidFill>
                  <a:schemeClr val="accent3">
                    <a:lumMod val="20000"/>
                    <a:lumOff val="80000"/>
                  </a:schemeClr>
                </a:solidFill>
              </a:rPr>
              <a:t>Conclusion</a:t>
            </a:r>
          </a:p>
        </p:txBody>
      </p:sp>
      <p:sp>
        <p:nvSpPr>
          <p:cNvPr id="43" name="Rounded Rectangle 105">
            <a:extLst>
              <a:ext uri="{FF2B5EF4-FFF2-40B4-BE49-F238E27FC236}">
                <a16:creationId xmlns:a16="http://schemas.microsoft.com/office/drawing/2014/main" id="{4A11D9AC-7DFD-4812-96DC-D00341408C6B}"/>
              </a:ext>
            </a:extLst>
          </p:cNvPr>
          <p:cNvSpPr/>
          <p:nvPr/>
        </p:nvSpPr>
        <p:spPr>
          <a:xfrm>
            <a:off x="11192929" y="23888035"/>
            <a:ext cx="9852473" cy="3628842"/>
          </a:xfrm>
          <a:prstGeom prst="roundRect">
            <a:avLst>
              <a:gd name="adj" fmla="val 18379"/>
            </a:avLst>
          </a:prstGeom>
          <a:ln>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lvl="0" algn="just"/>
            <a:endParaRPr lang="en-US" sz="3169" dirty="0">
              <a:solidFill>
                <a:prstClr val="black"/>
              </a:solidFill>
              <a:latin typeface="Times New Roman" panose="02020603050405020304" pitchFamily="18" charset="0"/>
              <a:cs typeface="Times New Roman" panose="02020603050405020304" pitchFamily="18" charset="0"/>
            </a:endParaRPr>
          </a:p>
          <a:p>
            <a:pPr marL="514350" lvl="0" indent="-514350" algn="just">
              <a:buFont typeface="+mj-lt"/>
              <a:buAutoNum type="arabicPeriod"/>
            </a:pPr>
            <a:r>
              <a:rPr lang="en-US" sz="2809" dirty="0">
                <a:solidFill>
                  <a:prstClr val="black"/>
                </a:solidFill>
                <a:latin typeface="Times New Roman" panose="02020603050405020304" pitchFamily="18" charset="0"/>
                <a:cs typeface="Times New Roman" panose="02020603050405020304" pitchFamily="18" charset="0"/>
              </a:rPr>
              <a:t>Commercialization: A marketplace for small pet businesses to grow without the overhead of physical stores.</a:t>
            </a:r>
          </a:p>
          <a:p>
            <a:pPr marL="514350" lvl="0" indent="-514350" algn="just">
              <a:buFont typeface="+mj-lt"/>
              <a:buAutoNum type="arabicPeriod"/>
            </a:pPr>
            <a:r>
              <a:rPr lang="en-US" sz="2809" dirty="0">
                <a:solidFill>
                  <a:prstClr val="black"/>
                </a:solidFill>
                <a:latin typeface="Times New Roman" panose="02020603050405020304" pitchFamily="18" charset="0"/>
                <a:cs typeface="Times New Roman" panose="02020603050405020304" pitchFamily="18" charset="0"/>
              </a:rPr>
              <a:t>Social Responsibility: Facilitating quick access to emergency care services, improving animal welfare.</a:t>
            </a:r>
          </a:p>
          <a:p>
            <a:pPr marL="514350" lvl="0" indent="-514350" algn="just">
              <a:buFont typeface="+mj-lt"/>
              <a:buAutoNum type="arabicPeriod"/>
            </a:pPr>
            <a:r>
              <a:rPr lang="en-US" sz="2809" dirty="0">
                <a:solidFill>
                  <a:prstClr val="black"/>
                </a:solidFill>
                <a:latin typeface="Times New Roman" panose="02020603050405020304" pitchFamily="18" charset="0"/>
                <a:cs typeface="Times New Roman" panose="02020603050405020304" pitchFamily="18" charset="0"/>
              </a:rPr>
              <a:t>Technical Innovation: Integration of cloud services with real-time updates, ensuring both scalability and efficiency.</a:t>
            </a:r>
            <a:endParaRPr lang="en-US" sz="2809" dirty="0">
              <a:latin typeface="Times New Roman" panose="02020603050405020304" pitchFamily="18" charset="0"/>
              <a:cs typeface="Times New Roman" panose="02020603050405020304" pitchFamily="18" charset="0"/>
            </a:endParaRPr>
          </a:p>
        </p:txBody>
      </p:sp>
      <p:sp>
        <p:nvSpPr>
          <p:cNvPr id="44" name="Rectangle 45">
            <a:extLst>
              <a:ext uri="{FF2B5EF4-FFF2-40B4-BE49-F238E27FC236}">
                <a16:creationId xmlns:a16="http://schemas.microsoft.com/office/drawing/2014/main" id="{949CD7AD-B889-43E8-A6DF-BF2E82F93177}"/>
              </a:ext>
            </a:extLst>
          </p:cNvPr>
          <p:cNvSpPr/>
          <p:nvPr/>
        </p:nvSpPr>
        <p:spPr>
          <a:xfrm>
            <a:off x="13615173" y="23888035"/>
            <a:ext cx="5078020" cy="626648"/>
          </a:xfrm>
          <a:custGeom>
            <a:avLst/>
            <a:gdLst>
              <a:gd name="connsiteX0" fmla="*/ 0 w 5105400"/>
              <a:gd name="connsiteY0" fmla="*/ 0 h 826646"/>
              <a:gd name="connsiteX1" fmla="*/ 5105400 w 5105400"/>
              <a:gd name="connsiteY1" fmla="*/ 0 h 826646"/>
              <a:gd name="connsiteX2" fmla="*/ 5105400 w 5105400"/>
              <a:gd name="connsiteY2" fmla="*/ 826646 h 826646"/>
              <a:gd name="connsiteX3" fmla="*/ 0 w 5105400"/>
              <a:gd name="connsiteY3" fmla="*/ 826646 h 826646"/>
              <a:gd name="connsiteX4" fmla="*/ 0 w 5105400"/>
              <a:gd name="connsiteY4" fmla="*/ 0 h 826646"/>
              <a:gd name="connsiteX0" fmla="*/ 0 w 5105400"/>
              <a:gd name="connsiteY0" fmla="*/ 0 h 874772"/>
              <a:gd name="connsiteX1" fmla="*/ 5105400 w 5105400"/>
              <a:gd name="connsiteY1" fmla="*/ 0 h 874772"/>
              <a:gd name="connsiteX2" fmla="*/ 5105400 w 5105400"/>
              <a:gd name="connsiteY2" fmla="*/ 826646 h 874772"/>
              <a:gd name="connsiteX3" fmla="*/ 336884 w 5105400"/>
              <a:gd name="connsiteY3" fmla="*/ 874772 h 874772"/>
              <a:gd name="connsiteX4" fmla="*/ 0 w 5105400"/>
              <a:gd name="connsiteY4" fmla="*/ 0 h 874772"/>
              <a:gd name="connsiteX0" fmla="*/ 0 w 5105400"/>
              <a:gd name="connsiteY0" fmla="*/ 0 h 874772"/>
              <a:gd name="connsiteX1" fmla="*/ 5105400 w 5105400"/>
              <a:gd name="connsiteY1" fmla="*/ 0 h 874772"/>
              <a:gd name="connsiteX2" fmla="*/ 5105400 w 5105400"/>
              <a:gd name="connsiteY2" fmla="*/ 826646 h 874772"/>
              <a:gd name="connsiteX3" fmla="*/ 336884 w 5105400"/>
              <a:gd name="connsiteY3" fmla="*/ 874772 h 874772"/>
              <a:gd name="connsiteX4" fmla="*/ 0 w 5105400"/>
              <a:gd name="connsiteY4" fmla="*/ 0 h 874772"/>
              <a:gd name="connsiteX0" fmla="*/ 0 w 5105400"/>
              <a:gd name="connsiteY0" fmla="*/ 0 h 874772"/>
              <a:gd name="connsiteX1" fmla="*/ 5105400 w 5105400"/>
              <a:gd name="connsiteY1" fmla="*/ 0 h 874772"/>
              <a:gd name="connsiteX2" fmla="*/ 4720389 w 5105400"/>
              <a:gd name="connsiteY2" fmla="*/ 826646 h 874772"/>
              <a:gd name="connsiteX3" fmla="*/ 336884 w 5105400"/>
              <a:gd name="connsiteY3" fmla="*/ 874772 h 874772"/>
              <a:gd name="connsiteX4" fmla="*/ 0 w 5105400"/>
              <a:gd name="connsiteY4" fmla="*/ 0 h 874772"/>
              <a:gd name="connsiteX0" fmla="*/ 0 w 5105400"/>
              <a:gd name="connsiteY0" fmla="*/ 0 h 874772"/>
              <a:gd name="connsiteX1" fmla="*/ 5105400 w 5105400"/>
              <a:gd name="connsiteY1" fmla="*/ 0 h 874772"/>
              <a:gd name="connsiteX2" fmla="*/ 4720389 w 5105400"/>
              <a:gd name="connsiteY2" fmla="*/ 826646 h 874772"/>
              <a:gd name="connsiteX3" fmla="*/ 336884 w 5105400"/>
              <a:gd name="connsiteY3" fmla="*/ 874772 h 874772"/>
              <a:gd name="connsiteX4" fmla="*/ 0 w 5105400"/>
              <a:gd name="connsiteY4" fmla="*/ 0 h 874772"/>
              <a:gd name="connsiteX0" fmla="*/ 0 w 5105400"/>
              <a:gd name="connsiteY0" fmla="*/ 0 h 874772"/>
              <a:gd name="connsiteX1" fmla="*/ 5105400 w 5105400"/>
              <a:gd name="connsiteY1" fmla="*/ 0 h 874772"/>
              <a:gd name="connsiteX2" fmla="*/ 4720389 w 5105400"/>
              <a:gd name="connsiteY2" fmla="*/ 826646 h 874772"/>
              <a:gd name="connsiteX3" fmla="*/ 336884 w 5105400"/>
              <a:gd name="connsiteY3" fmla="*/ 874772 h 874772"/>
              <a:gd name="connsiteX4" fmla="*/ 0 w 5105400"/>
              <a:gd name="connsiteY4" fmla="*/ 0 h 874772"/>
              <a:gd name="connsiteX0" fmla="*/ 0 w 5105400"/>
              <a:gd name="connsiteY0" fmla="*/ 0 h 874772"/>
              <a:gd name="connsiteX1" fmla="*/ 5105400 w 5105400"/>
              <a:gd name="connsiteY1" fmla="*/ 0 h 874772"/>
              <a:gd name="connsiteX2" fmla="*/ 4720389 w 5105400"/>
              <a:gd name="connsiteY2" fmla="*/ 826646 h 874772"/>
              <a:gd name="connsiteX3" fmla="*/ 265554 w 5105400"/>
              <a:gd name="connsiteY3" fmla="*/ 874772 h 874772"/>
              <a:gd name="connsiteX4" fmla="*/ 0 w 5105400"/>
              <a:gd name="connsiteY4" fmla="*/ 0 h 874772"/>
              <a:gd name="connsiteX0" fmla="*/ 0 w 5105400"/>
              <a:gd name="connsiteY0" fmla="*/ 0 h 874772"/>
              <a:gd name="connsiteX1" fmla="*/ 5105400 w 5105400"/>
              <a:gd name="connsiteY1" fmla="*/ 0 h 874772"/>
              <a:gd name="connsiteX2" fmla="*/ 4720389 w 5105400"/>
              <a:gd name="connsiteY2" fmla="*/ 826646 h 874772"/>
              <a:gd name="connsiteX3" fmla="*/ 265554 w 5105400"/>
              <a:gd name="connsiteY3" fmla="*/ 874772 h 874772"/>
              <a:gd name="connsiteX4" fmla="*/ 0 w 5105400"/>
              <a:gd name="connsiteY4" fmla="*/ 0 h 874772"/>
              <a:gd name="connsiteX0" fmla="*/ 0 w 5105400"/>
              <a:gd name="connsiteY0" fmla="*/ 0 h 842962"/>
              <a:gd name="connsiteX1" fmla="*/ 5105400 w 5105400"/>
              <a:gd name="connsiteY1" fmla="*/ 0 h 842962"/>
              <a:gd name="connsiteX2" fmla="*/ 4720389 w 5105400"/>
              <a:gd name="connsiteY2" fmla="*/ 826646 h 842962"/>
              <a:gd name="connsiteX3" fmla="*/ 336884 w 5105400"/>
              <a:gd name="connsiteY3" fmla="*/ 842962 h 842962"/>
              <a:gd name="connsiteX4" fmla="*/ 0 w 5105400"/>
              <a:gd name="connsiteY4" fmla="*/ 0 h 842962"/>
              <a:gd name="connsiteX0" fmla="*/ 0 w 5105400"/>
              <a:gd name="connsiteY0" fmla="*/ 0 h 842962"/>
              <a:gd name="connsiteX1" fmla="*/ 5105400 w 5105400"/>
              <a:gd name="connsiteY1" fmla="*/ 0 h 842962"/>
              <a:gd name="connsiteX2" fmla="*/ 4684724 w 5105400"/>
              <a:gd name="connsiteY2" fmla="*/ 826646 h 842962"/>
              <a:gd name="connsiteX3" fmla="*/ 336884 w 5105400"/>
              <a:gd name="connsiteY3" fmla="*/ 842962 h 842962"/>
              <a:gd name="connsiteX4" fmla="*/ 0 w 5105400"/>
              <a:gd name="connsiteY4" fmla="*/ 0 h 842962"/>
              <a:gd name="connsiteX0" fmla="*/ 0 w 5105400"/>
              <a:gd name="connsiteY0" fmla="*/ 0 h 842962"/>
              <a:gd name="connsiteX1" fmla="*/ 5105400 w 5105400"/>
              <a:gd name="connsiteY1" fmla="*/ 0 h 842962"/>
              <a:gd name="connsiteX2" fmla="*/ 4684724 w 5105400"/>
              <a:gd name="connsiteY2" fmla="*/ 826646 h 842962"/>
              <a:gd name="connsiteX3" fmla="*/ 336884 w 5105400"/>
              <a:gd name="connsiteY3" fmla="*/ 842962 h 842962"/>
              <a:gd name="connsiteX4" fmla="*/ 0 w 5105400"/>
              <a:gd name="connsiteY4" fmla="*/ 0 h 842962"/>
              <a:gd name="connsiteX0" fmla="*/ 0 w 5105400"/>
              <a:gd name="connsiteY0" fmla="*/ 0 h 842962"/>
              <a:gd name="connsiteX1" fmla="*/ 5105400 w 5105400"/>
              <a:gd name="connsiteY1" fmla="*/ 0 h 842962"/>
              <a:gd name="connsiteX2" fmla="*/ 4684724 w 5105400"/>
              <a:gd name="connsiteY2" fmla="*/ 826646 h 842962"/>
              <a:gd name="connsiteX3" fmla="*/ 336884 w 5105400"/>
              <a:gd name="connsiteY3" fmla="*/ 842962 h 842962"/>
              <a:gd name="connsiteX4" fmla="*/ 0 w 5105400"/>
              <a:gd name="connsiteY4" fmla="*/ 0 h 842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05400" h="842962">
                <a:moveTo>
                  <a:pt x="0" y="0"/>
                </a:moveTo>
                <a:lnTo>
                  <a:pt x="5105400" y="0"/>
                </a:lnTo>
                <a:cubicBezTo>
                  <a:pt x="4977063" y="275549"/>
                  <a:pt x="5076896" y="694653"/>
                  <a:pt x="4684724" y="826646"/>
                </a:cubicBezTo>
                <a:lnTo>
                  <a:pt x="336884" y="842962"/>
                </a:lnTo>
                <a:cubicBezTo>
                  <a:pt x="-62450" y="631306"/>
                  <a:pt x="112295" y="291591"/>
                  <a:pt x="0" y="0"/>
                </a:cubicBezTo>
                <a:close/>
              </a:path>
            </a:pathLst>
          </a:custGeom>
          <a:solidFill>
            <a:srgbClr val="C1341D"/>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12" b="1" dirty="0">
                <a:solidFill>
                  <a:schemeClr val="accent3">
                    <a:lumMod val="20000"/>
                    <a:lumOff val="80000"/>
                  </a:schemeClr>
                </a:solidFill>
              </a:rPr>
              <a:t>Contribution</a:t>
            </a:r>
          </a:p>
        </p:txBody>
      </p:sp>
      <p:sp>
        <p:nvSpPr>
          <p:cNvPr id="46" name="Rounded Rectangle 92">
            <a:extLst>
              <a:ext uri="{FF2B5EF4-FFF2-40B4-BE49-F238E27FC236}">
                <a16:creationId xmlns:a16="http://schemas.microsoft.com/office/drawing/2014/main" id="{37F320E0-F1AA-4502-9EB4-42E1196815D4}"/>
              </a:ext>
            </a:extLst>
          </p:cNvPr>
          <p:cNvSpPr/>
          <p:nvPr/>
        </p:nvSpPr>
        <p:spPr>
          <a:xfrm>
            <a:off x="300622" y="3628712"/>
            <a:ext cx="20727998" cy="2867094"/>
          </a:xfrm>
          <a:prstGeom prst="roundRect">
            <a:avLst>
              <a:gd name="adj" fmla="val 8925"/>
            </a:avLst>
          </a:prstGeom>
          <a:ln>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just"/>
            <a:endParaRPr lang="en-MY" sz="2500" dirty="0">
              <a:latin typeface="Times New Roman" panose="02020603050405020304" pitchFamily="18" charset="0"/>
              <a:cs typeface="Times New Roman" panose="02020603050405020304" pitchFamily="18" charset="0"/>
            </a:endParaRPr>
          </a:p>
          <a:p>
            <a:pPr lvl="0" algn="just"/>
            <a:r>
              <a:rPr lang="en-US" sz="2809" dirty="0" err="1">
                <a:solidFill>
                  <a:prstClr val="black"/>
                </a:solidFill>
                <a:latin typeface="Times New Roman" panose="02020603050405020304" pitchFamily="18" charset="0"/>
                <a:cs typeface="Times New Roman" panose="02020603050405020304" pitchFamily="18" charset="0"/>
              </a:rPr>
              <a:t>Baony</a:t>
            </a:r>
            <a:r>
              <a:rPr lang="en-US" sz="2809" dirty="0">
                <a:solidFill>
                  <a:prstClr val="black"/>
                </a:solidFill>
                <a:latin typeface="Times New Roman" panose="02020603050405020304" pitchFamily="18" charset="0"/>
                <a:cs typeface="Times New Roman" panose="02020603050405020304" pitchFamily="18" charset="0"/>
              </a:rPr>
              <a:t> is a comprehensive e-commerce platform designed to unify pet products, services, and healthcare management. This system aims to fill gaps in the pet industry by offering a one-stop solution for pet owners and businesses. Features include managing pet profiles, healthcare records, emergency contacts, and seamless e-commerce capabilities. The platform targets Generation Y, Generation Z, pet owners, and businesses, addressing the growing demand for accessible and efficient pet care services.</a:t>
            </a:r>
            <a:endParaRPr lang="en-GB" sz="2809" dirty="0">
              <a:solidFill>
                <a:prstClr val="black"/>
              </a:solidFill>
              <a:latin typeface="Times New Roman" panose="02020603050405020304" pitchFamily="18" charset="0"/>
              <a:cs typeface="Times New Roman" panose="02020603050405020304" pitchFamily="18" charset="0"/>
            </a:endParaRPr>
          </a:p>
        </p:txBody>
      </p:sp>
      <p:sp>
        <p:nvSpPr>
          <p:cNvPr id="47" name="Rectangle 45">
            <a:extLst>
              <a:ext uri="{FF2B5EF4-FFF2-40B4-BE49-F238E27FC236}">
                <a16:creationId xmlns:a16="http://schemas.microsoft.com/office/drawing/2014/main" id="{F0A059E9-EADC-4F4D-9143-6C93CCA91B02}"/>
              </a:ext>
            </a:extLst>
          </p:cNvPr>
          <p:cNvSpPr/>
          <p:nvPr/>
        </p:nvSpPr>
        <p:spPr>
          <a:xfrm>
            <a:off x="8460702" y="3682475"/>
            <a:ext cx="4861108" cy="548510"/>
          </a:xfrm>
          <a:custGeom>
            <a:avLst/>
            <a:gdLst>
              <a:gd name="connsiteX0" fmla="*/ 0 w 5105400"/>
              <a:gd name="connsiteY0" fmla="*/ 0 h 826646"/>
              <a:gd name="connsiteX1" fmla="*/ 5105400 w 5105400"/>
              <a:gd name="connsiteY1" fmla="*/ 0 h 826646"/>
              <a:gd name="connsiteX2" fmla="*/ 5105400 w 5105400"/>
              <a:gd name="connsiteY2" fmla="*/ 826646 h 826646"/>
              <a:gd name="connsiteX3" fmla="*/ 0 w 5105400"/>
              <a:gd name="connsiteY3" fmla="*/ 826646 h 826646"/>
              <a:gd name="connsiteX4" fmla="*/ 0 w 5105400"/>
              <a:gd name="connsiteY4" fmla="*/ 0 h 826646"/>
              <a:gd name="connsiteX0" fmla="*/ 0 w 5105400"/>
              <a:gd name="connsiteY0" fmla="*/ 0 h 874772"/>
              <a:gd name="connsiteX1" fmla="*/ 5105400 w 5105400"/>
              <a:gd name="connsiteY1" fmla="*/ 0 h 874772"/>
              <a:gd name="connsiteX2" fmla="*/ 5105400 w 5105400"/>
              <a:gd name="connsiteY2" fmla="*/ 826646 h 874772"/>
              <a:gd name="connsiteX3" fmla="*/ 336884 w 5105400"/>
              <a:gd name="connsiteY3" fmla="*/ 874772 h 874772"/>
              <a:gd name="connsiteX4" fmla="*/ 0 w 5105400"/>
              <a:gd name="connsiteY4" fmla="*/ 0 h 874772"/>
              <a:gd name="connsiteX0" fmla="*/ 0 w 5105400"/>
              <a:gd name="connsiteY0" fmla="*/ 0 h 874772"/>
              <a:gd name="connsiteX1" fmla="*/ 5105400 w 5105400"/>
              <a:gd name="connsiteY1" fmla="*/ 0 h 874772"/>
              <a:gd name="connsiteX2" fmla="*/ 5105400 w 5105400"/>
              <a:gd name="connsiteY2" fmla="*/ 826646 h 874772"/>
              <a:gd name="connsiteX3" fmla="*/ 336884 w 5105400"/>
              <a:gd name="connsiteY3" fmla="*/ 874772 h 874772"/>
              <a:gd name="connsiteX4" fmla="*/ 0 w 5105400"/>
              <a:gd name="connsiteY4" fmla="*/ 0 h 874772"/>
              <a:gd name="connsiteX0" fmla="*/ 0 w 5105400"/>
              <a:gd name="connsiteY0" fmla="*/ 0 h 874772"/>
              <a:gd name="connsiteX1" fmla="*/ 5105400 w 5105400"/>
              <a:gd name="connsiteY1" fmla="*/ 0 h 874772"/>
              <a:gd name="connsiteX2" fmla="*/ 4720389 w 5105400"/>
              <a:gd name="connsiteY2" fmla="*/ 826646 h 874772"/>
              <a:gd name="connsiteX3" fmla="*/ 336884 w 5105400"/>
              <a:gd name="connsiteY3" fmla="*/ 874772 h 874772"/>
              <a:gd name="connsiteX4" fmla="*/ 0 w 5105400"/>
              <a:gd name="connsiteY4" fmla="*/ 0 h 874772"/>
              <a:gd name="connsiteX0" fmla="*/ 0 w 5105400"/>
              <a:gd name="connsiteY0" fmla="*/ 0 h 874772"/>
              <a:gd name="connsiteX1" fmla="*/ 5105400 w 5105400"/>
              <a:gd name="connsiteY1" fmla="*/ 0 h 874772"/>
              <a:gd name="connsiteX2" fmla="*/ 4720389 w 5105400"/>
              <a:gd name="connsiteY2" fmla="*/ 826646 h 874772"/>
              <a:gd name="connsiteX3" fmla="*/ 336884 w 5105400"/>
              <a:gd name="connsiteY3" fmla="*/ 874772 h 874772"/>
              <a:gd name="connsiteX4" fmla="*/ 0 w 5105400"/>
              <a:gd name="connsiteY4" fmla="*/ 0 h 874772"/>
              <a:gd name="connsiteX0" fmla="*/ 0 w 5105400"/>
              <a:gd name="connsiteY0" fmla="*/ 0 h 874772"/>
              <a:gd name="connsiteX1" fmla="*/ 5105400 w 5105400"/>
              <a:gd name="connsiteY1" fmla="*/ 0 h 874772"/>
              <a:gd name="connsiteX2" fmla="*/ 4720389 w 5105400"/>
              <a:gd name="connsiteY2" fmla="*/ 826646 h 874772"/>
              <a:gd name="connsiteX3" fmla="*/ 336884 w 5105400"/>
              <a:gd name="connsiteY3" fmla="*/ 874772 h 874772"/>
              <a:gd name="connsiteX4" fmla="*/ 0 w 5105400"/>
              <a:gd name="connsiteY4" fmla="*/ 0 h 874772"/>
              <a:gd name="connsiteX0" fmla="*/ 0 w 5105400"/>
              <a:gd name="connsiteY0" fmla="*/ 0 h 874772"/>
              <a:gd name="connsiteX1" fmla="*/ 5105400 w 5105400"/>
              <a:gd name="connsiteY1" fmla="*/ 0 h 874772"/>
              <a:gd name="connsiteX2" fmla="*/ 4720389 w 5105400"/>
              <a:gd name="connsiteY2" fmla="*/ 826646 h 874772"/>
              <a:gd name="connsiteX3" fmla="*/ 265554 w 5105400"/>
              <a:gd name="connsiteY3" fmla="*/ 874772 h 874772"/>
              <a:gd name="connsiteX4" fmla="*/ 0 w 5105400"/>
              <a:gd name="connsiteY4" fmla="*/ 0 h 874772"/>
              <a:gd name="connsiteX0" fmla="*/ 0 w 5105400"/>
              <a:gd name="connsiteY0" fmla="*/ 0 h 874772"/>
              <a:gd name="connsiteX1" fmla="*/ 5105400 w 5105400"/>
              <a:gd name="connsiteY1" fmla="*/ 0 h 874772"/>
              <a:gd name="connsiteX2" fmla="*/ 4720389 w 5105400"/>
              <a:gd name="connsiteY2" fmla="*/ 826646 h 874772"/>
              <a:gd name="connsiteX3" fmla="*/ 265554 w 5105400"/>
              <a:gd name="connsiteY3" fmla="*/ 874772 h 874772"/>
              <a:gd name="connsiteX4" fmla="*/ 0 w 5105400"/>
              <a:gd name="connsiteY4" fmla="*/ 0 h 874772"/>
              <a:gd name="connsiteX0" fmla="*/ 0 w 5105400"/>
              <a:gd name="connsiteY0" fmla="*/ 0 h 842962"/>
              <a:gd name="connsiteX1" fmla="*/ 5105400 w 5105400"/>
              <a:gd name="connsiteY1" fmla="*/ 0 h 842962"/>
              <a:gd name="connsiteX2" fmla="*/ 4720389 w 5105400"/>
              <a:gd name="connsiteY2" fmla="*/ 826646 h 842962"/>
              <a:gd name="connsiteX3" fmla="*/ 336884 w 5105400"/>
              <a:gd name="connsiteY3" fmla="*/ 842962 h 842962"/>
              <a:gd name="connsiteX4" fmla="*/ 0 w 5105400"/>
              <a:gd name="connsiteY4" fmla="*/ 0 h 842962"/>
              <a:gd name="connsiteX0" fmla="*/ 0 w 5105400"/>
              <a:gd name="connsiteY0" fmla="*/ 0 h 842962"/>
              <a:gd name="connsiteX1" fmla="*/ 5105400 w 5105400"/>
              <a:gd name="connsiteY1" fmla="*/ 0 h 842962"/>
              <a:gd name="connsiteX2" fmla="*/ 4684724 w 5105400"/>
              <a:gd name="connsiteY2" fmla="*/ 826646 h 842962"/>
              <a:gd name="connsiteX3" fmla="*/ 336884 w 5105400"/>
              <a:gd name="connsiteY3" fmla="*/ 842962 h 842962"/>
              <a:gd name="connsiteX4" fmla="*/ 0 w 5105400"/>
              <a:gd name="connsiteY4" fmla="*/ 0 h 842962"/>
              <a:gd name="connsiteX0" fmla="*/ 0 w 5105400"/>
              <a:gd name="connsiteY0" fmla="*/ 0 h 842962"/>
              <a:gd name="connsiteX1" fmla="*/ 5105400 w 5105400"/>
              <a:gd name="connsiteY1" fmla="*/ 0 h 842962"/>
              <a:gd name="connsiteX2" fmla="*/ 4684724 w 5105400"/>
              <a:gd name="connsiteY2" fmla="*/ 826646 h 842962"/>
              <a:gd name="connsiteX3" fmla="*/ 336884 w 5105400"/>
              <a:gd name="connsiteY3" fmla="*/ 842962 h 842962"/>
              <a:gd name="connsiteX4" fmla="*/ 0 w 5105400"/>
              <a:gd name="connsiteY4" fmla="*/ 0 h 842962"/>
              <a:gd name="connsiteX0" fmla="*/ 0 w 5105400"/>
              <a:gd name="connsiteY0" fmla="*/ 0 h 842962"/>
              <a:gd name="connsiteX1" fmla="*/ 5105400 w 5105400"/>
              <a:gd name="connsiteY1" fmla="*/ 0 h 842962"/>
              <a:gd name="connsiteX2" fmla="*/ 4684724 w 5105400"/>
              <a:gd name="connsiteY2" fmla="*/ 826646 h 842962"/>
              <a:gd name="connsiteX3" fmla="*/ 336884 w 5105400"/>
              <a:gd name="connsiteY3" fmla="*/ 842962 h 842962"/>
              <a:gd name="connsiteX4" fmla="*/ 0 w 5105400"/>
              <a:gd name="connsiteY4" fmla="*/ 0 h 842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05400" h="842962">
                <a:moveTo>
                  <a:pt x="0" y="0"/>
                </a:moveTo>
                <a:lnTo>
                  <a:pt x="5105400" y="0"/>
                </a:lnTo>
                <a:cubicBezTo>
                  <a:pt x="4977063" y="275549"/>
                  <a:pt x="5076896" y="694653"/>
                  <a:pt x="4684724" y="826646"/>
                </a:cubicBezTo>
                <a:lnTo>
                  <a:pt x="336884" y="842962"/>
                </a:lnTo>
                <a:cubicBezTo>
                  <a:pt x="-62450" y="631306"/>
                  <a:pt x="112295" y="291591"/>
                  <a:pt x="0" y="0"/>
                </a:cubicBezTo>
                <a:close/>
              </a:path>
            </a:pathLst>
          </a:custGeom>
          <a:solidFill>
            <a:srgbClr val="C1341D"/>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815" b="1" dirty="0">
                <a:solidFill>
                  <a:schemeClr val="accent3">
                    <a:lumMod val="20000"/>
                    <a:lumOff val="80000"/>
                  </a:schemeClr>
                </a:solidFill>
              </a:rPr>
              <a:t>Abstract</a:t>
            </a:r>
          </a:p>
        </p:txBody>
      </p:sp>
      <p:pic>
        <p:nvPicPr>
          <p:cNvPr id="5" name="Picture 4">
            <a:extLst>
              <a:ext uri="{FF2B5EF4-FFF2-40B4-BE49-F238E27FC236}">
                <a16:creationId xmlns:a16="http://schemas.microsoft.com/office/drawing/2014/main" id="{F18437CA-B0A8-E015-1C3A-17DE05947CA4}"/>
              </a:ext>
            </a:extLst>
          </p:cNvPr>
          <p:cNvPicPr>
            <a:picLocks noChangeAspect="1"/>
          </p:cNvPicPr>
          <p:nvPr/>
        </p:nvPicPr>
        <p:blipFill>
          <a:blip r:embed="rId2"/>
          <a:stretch>
            <a:fillRect/>
          </a:stretch>
        </p:blipFill>
        <p:spPr>
          <a:xfrm>
            <a:off x="246321" y="624063"/>
            <a:ext cx="7860840" cy="2287075"/>
          </a:xfrm>
          <a:prstGeom prst="rect">
            <a:avLst/>
          </a:prstGeom>
        </p:spPr>
      </p:pic>
      <p:graphicFrame>
        <p:nvGraphicFramePr>
          <p:cNvPr id="7" name="Table 6">
            <a:extLst>
              <a:ext uri="{FF2B5EF4-FFF2-40B4-BE49-F238E27FC236}">
                <a16:creationId xmlns:a16="http://schemas.microsoft.com/office/drawing/2014/main" id="{08D23BC8-E470-C7C2-394E-C74A40857512}"/>
              </a:ext>
            </a:extLst>
          </p:cNvPr>
          <p:cNvGraphicFramePr>
            <a:graphicFrameLocks noGrp="1"/>
          </p:cNvGraphicFramePr>
          <p:nvPr>
            <p:extLst>
              <p:ext uri="{D42A27DB-BD31-4B8C-83A1-F6EECF244321}">
                <p14:modId xmlns:p14="http://schemas.microsoft.com/office/powerpoint/2010/main" val="1302253308"/>
              </p:ext>
            </p:extLst>
          </p:nvPr>
        </p:nvGraphicFramePr>
        <p:xfrm>
          <a:off x="11466069" y="20305178"/>
          <a:ext cx="9376227" cy="3303275"/>
        </p:xfrm>
        <a:graphic>
          <a:graphicData uri="http://schemas.openxmlformats.org/drawingml/2006/table">
            <a:tbl>
              <a:tblPr firstRow="1" bandRow="1">
                <a:tableStyleId>{5C22544A-7EE6-4342-B048-85BDC9FD1C3A}</a:tableStyleId>
              </a:tblPr>
              <a:tblGrid>
                <a:gridCol w="3125409">
                  <a:extLst>
                    <a:ext uri="{9D8B030D-6E8A-4147-A177-3AD203B41FA5}">
                      <a16:colId xmlns:a16="http://schemas.microsoft.com/office/drawing/2014/main" val="4253262553"/>
                    </a:ext>
                  </a:extLst>
                </a:gridCol>
                <a:gridCol w="3125409">
                  <a:extLst>
                    <a:ext uri="{9D8B030D-6E8A-4147-A177-3AD203B41FA5}">
                      <a16:colId xmlns:a16="http://schemas.microsoft.com/office/drawing/2014/main" val="2994156668"/>
                    </a:ext>
                  </a:extLst>
                </a:gridCol>
                <a:gridCol w="3125409">
                  <a:extLst>
                    <a:ext uri="{9D8B030D-6E8A-4147-A177-3AD203B41FA5}">
                      <a16:colId xmlns:a16="http://schemas.microsoft.com/office/drawing/2014/main" val="990169843"/>
                    </a:ext>
                  </a:extLst>
                </a:gridCol>
              </a:tblGrid>
              <a:tr h="361475">
                <a:tc>
                  <a:txBody>
                    <a:bodyPr/>
                    <a:lstStyle/>
                    <a:p>
                      <a:pPr algn="ctr" fontAlgn="ctr"/>
                      <a:r>
                        <a:rPr lang="en-MY" sz="2000" b="1" i="0" u="none" strike="noStrike">
                          <a:solidFill>
                            <a:srgbClr val="000000"/>
                          </a:solidFill>
                          <a:effectLst/>
                          <a:latin typeface="Aptos Narrow" panose="020B0004020202020204" pitchFamily="34" charset="0"/>
                        </a:rPr>
                        <a:t>Resource Type</a:t>
                      </a:r>
                    </a:p>
                  </a:txBody>
                  <a:tcPr marL="9525" marR="9525" marT="9525" marB="0" anchor="ctr"/>
                </a:tc>
                <a:tc>
                  <a:txBody>
                    <a:bodyPr/>
                    <a:lstStyle/>
                    <a:p>
                      <a:pPr algn="ctr" fontAlgn="ctr"/>
                      <a:r>
                        <a:rPr lang="en-MY" sz="2000" b="1" i="0" u="none" strike="noStrike">
                          <a:solidFill>
                            <a:srgbClr val="000000"/>
                          </a:solidFill>
                          <a:effectLst/>
                          <a:latin typeface="Aptos Narrow" panose="020B0004020202020204" pitchFamily="34" charset="0"/>
                        </a:rPr>
                        <a:t>Tools/Software/Hardware</a:t>
                      </a:r>
                    </a:p>
                  </a:txBody>
                  <a:tcPr marL="9525" marR="9525" marT="9525" marB="0" anchor="ctr"/>
                </a:tc>
                <a:tc>
                  <a:txBody>
                    <a:bodyPr/>
                    <a:lstStyle/>
                    <a:p>
                      <a:pPr algn="ctr" fontAlgn="ctr"/>
                      <a:r>
                        <a:rPr lang="en-MY" sz="2000" b="1" i="0" u="none" strike="noStrike" dirty="0">
                          <a:solidFill>
                            <a:srgbClr val="000000"/>
                          </a:solidFill>
                          <a:effectLst/>
                          <a:latin typeface="Aptos Narrow" panose="020B0004020202020204" pitchFamily="34" charset="0"/>
                        </a:rPr>
                        <a:t>Purpose</a:t>
                      </a:r>
                    </a:p>
                  </a:txBody>
                  <a:tcPr marL="9525" marR="9525" marT="9525" marB="0" anchor="ctr"/>
                </a:tc>
                <a:extLst>
                  <a:ext uri="{0D108BD9-81ED-4DB2-BD59-A6C34878D82A}">
                    <a16:rowId xmlns:a16="http://schemas.microsoft.com/office/drawing/2014/main" val="2961662232"/>
                  </a:ext>
                </a:extLst>
              </a:tr>
              <a:tr h="361475">
                <a:tc>
                  <a:txBody>
                    <a:bodyPr/>
                    <a:lstStyle/>
                    <a:p>
                      <a:pPr algn="l" fontAlgn="ctr"/>
                      <a:r>
                        <a:rPr lang="en-MY" sz="2000" b="0" i="0" u="none" strike="noStrike">
                          <a:solidFill>
                            <a:srgbClr val="000000"/>
                          </a:solidFill>
                          <a:effectLst/>
                          <a:latin typeface="Aptos Narrow" panose="020B0004020202020204" pitchFamily="34" charset="0"/>
                        </a:rPr>
                        <a:t>Programming Language</a:t>
                      </a:r>
                    </a:p>
                  </a:txBody>
                  <a:tcPr marL="9525" marR="9525" marT="9525" marB="0" anchor="ctr"/>
                </a:tc>
                <a:tc>
                  <a:txBody>
                    <a:bodyPr/>
                    <a:lstStyle/>
                    <a:p>
                      <a:pPr algn="l" fontAlgn="ctr"/>
                      <a:r>
                        <a:rPr lang="en-MY" sz="2000" b="0" i="0" u="none" strike="noStrike">
                          <a:solidFill>
                            <a:srgbClr val="000000"/>
                          </a:solidFill>
                          <a:effectLst/>
                          <a:latin typeface="Aptos Narrow" panose="020B0004020202020204" pitchFamily="34" charset="0"/>
                        </a:rPr>
                        <a:t>Kotlin</a:t>
                      </a:r>
                    </a:p>
                  </a:txBody>
                  <a:tcPr marL="9525" marR="9525" marT="9525" marB="0" anchor="ctr"/>
                </a:tc>
                <a:tc>
                  <a:txBody>
                    <a:bodyPr/>
                    <a:lstStyle/>
                    <a:p>
                      <a:pPr algn="l" fontAlgn="ctr"/>
                      <a:r>
                        <a:rPr lang="en-MY" sz="2000" b="0" i="0" u="none" strike="noStrike">
                          <a:solidFill>
                            <a:srgbClr val="000000"/>
                          </a:solidFill>
                          <a:effectLst/>
                          <a:latin typeface="Aptos Narrow" panose="020B0004020202020204" pitchFamily="34" charset="0"/>
                        </a:rPr>
                        <a:t>Android app development</a:t>
                      </a:r>
                    </a:p>
                  </a:txBody>
                  <a:tcPr marL="9525" marR="9525" marT="9525" marB="0" anchor="ctr"/>
                </a:tc>
                <a:extLst>
                  <a:ext uri="{0D108BD9-81ED-4DB2-BD59-A6C34878D82A}">
                    <a16:rowId xmlns:a16="http://schemas.microsoft.com/office/drawing/2014/main" val="1508006027"/>
                  </a:ext>
                </a:extLst>
              </a:tr>
              <a:tr h="361475">
                <a:tc>
                  <a:txBody>
                    <a:bodyPr/>
                    <a:lstStyle/>
                    <a:p>
                      <a:pPr algn="l" fontAlgn="ctr"/>
                      <a:r>
                        <a:rPr lang="en-MY" sz="2000" b="0" i="0" u="none" strike="noStrike">
                          <a:solidFill>
                            <a:srgbClr val="000000"/>
                          </a:solidFill>
                          <a:effectLst/>
                          <a:latin typeface="Aptos Narrow" panose="020B0004020202020204" pitchFamily="34" charset="0"/>
                        </a:rPr>
                        <a:t>Development Environment</a:t>
                      </a:r>
                    </a:p>
                  </a:txBody>
                  <a:tcPr marL="9525" marR="9525" marT="9525" marB="0" anchor="ctr"/>
                </a:tc>
                <a:tc>
                  <a:txBody>
                    <a:bodyPr/>
                    <a:lstStyle/>
                    <a:p>
                      <a:pPr algn="l" fontAlgn="ctr"/>
                      <a:r>
                        <a:rPr lang="en-MY" sz="2000" b="0" i="0" u="none" strike="noStrike">
                          <a:solidFill>
                            <a:srgbClr val="000000"/>
                          </a:solidFill>
                          <a:effectLst/>
                          <a:latin typeface="Aptos Narrow" panose="020B0004020202020204" pitchFamily="34" charset="0"/>
                        </a:rPr>
                        <a:t>Android Studio</a:t>
                      </a:r>
                    </a:p>
                  </a:txBody>
                  <a:tcPr marL="9525" marR="9525" marT="9525" marB="0" anchor="ctr"/>
                </a:tc>
                <a:tc>
                  <a:txBody>
                    <a:bodyPr/>
                    <a:lstStyle/>
                    <a:p>
                      <a:pPr algn="l" fontAlgn="ctr"/>
                      <a:r>
                        <a:rPr lang="en-US" sz="2000" b="0" i="0" u="none" strike="noStrike">
                          <a:solidFill>
                            <a:srgbClr val="000000"/>
                          </a:solidFill>
                          <a:effectLst/>
                          <a:latin typeface="Aptos Narrow" panose="020B0004020202020204" pitchFamily="34" charset="0"/>
                        </a:rPr>
                        <a:t>Main IDE for building the app</a:t>
                      </a:r>
                    </a:p>
                  </a:txBody>
                  <a:tcPr marL="9525" marR="9525" marT="9525" marB="0" anchor="ctr"/>
                </a:tc>
                <a:extLst>
                  <a:ext uri="{0D108BD9-81ED-4DB2-BD59-A6C34878D82A}">
                    <a16:rowId xmlns:a16="http://schemas.microsoft.com/office/drawing/2014/main" val="2481185053"/>
                  </a:ext>
                </a:extLst>
              </a:tr>
              <a:tr h="361475">
                <a:tc>
                  <a:txBody>
                    <a:bodyPr/>
                    <a:lstStyle/>
                    <a:p>
                      <a:pPr algn="l" fontAlgn="ctr"/>
                      <a:r>
                        <a:rPr lang="en-MY" sz="2000" b="0" i="0" u="none" strike="noStrike">
                          <a:solidFill>
                            <a:srgbClr val="000000"/>
                          </a:solidFill>
                          <a:effectLst/>
                          <a:latin typeface="Aptos Narrow" panose="020B0004020202020204" pitchFamily="34" charset="0"/>
                        </a:rPr>
                        <a:t>Database</a:t>
                      </a:r>
                    </a:p>
                  </a:txBody>
                  <a:tcPr marL="9525" marR="9525" marT="9525" marB="0" anchor="ctr"/>
                </a:tc>
                <a:tc>
                  <a:txBody>
                    <a:bodyPr/>
                    <a:lstStyle/>
                    <a:p>
                      <a:pPr algn="l" fontAlgn="ctr"/>
                      <a:r>
                        <a:rPr lang="en-MY" sz="2000" b="0" i="0" u="none" strike="noStrike">
                          <a:solidFill>
                            <a:srgbClr val="000000"/>
                          </a:solidFill>
                          <a:effectLst/>
                          <a:latin typeface="Aptos Narrow" panose="020B0004020202020204" pitchFamily="34" charset="0"/>
                        </a:rPr>
                        <a:t>Firebase, Firestore</a:t>
                      </a:r>
                    </a:p>
                  </a:txBody>
                  <a:tcPr marL="9525" marR="9525" marT="9525" marB="0" anchor="ctr"/>
                </a:tc>
                <a:tc>
                  <a:txBody>
                    <a:bodyPr/>
                    <a:lstStyle/>
                    <a:p>
                      <a:pPr algn="l" fontAlgn="ctr"/>
                      <a:r>
                        <a:rPr lang="en-US" sz="2000" b="0" i="0" u="none" strike="noStrike">
                          <a:solidFill>
                            <a:srgbClr val="000000"/>
                          </a:solidFill>
                          <a:effectLst/>
                          <a:latin typeface="Aptos Narrow" panose="020B0004020202020204" pitchFamily="34" charset="0"/>
                        </a:rPr>
                        <a:t>Real-time data storage and syncing</a:t>
                      </a:r>
                    </a:p>
                  </a:txBody>
                  <a:tcPr marL="9525" marR="9525" marT="9525" marB="0" anchor="ctr"/>
                </a:tc>
                <a:extLst>
                  <a:ext uri="{0D108BD9-81ED-4DB2-BD59-A6C34878D82A}">
                    <a16:rowId xmlns:a16="http://schemas.microsoft.com/office/drawing/2014/main" val="1474720524"/>
                  </a:ext>
                </a:extLst>
              </a:tr>
              <a:tr h="361475">
                <a:tc>
                  <a:txBody>
                    <a:bodyPr/>
                    <a:lstStyle/>
                    <a:p>
                      <a:pPr algn="l" fontAlgn="ctr"/>
                      <a:r>
                        <a:rPr lang="en-MY" sz="2000" b="0" i="0" u="none" strike="noStrike">
                          <a:solidFill>
                            <a:srgbClr val="000000"/>
                          </a:solidFill>
                          <a:effectLst/>
                          <a:latin typeface="Aptos Narrow" panose="020B0004020202020204" pitchFamily="34" charset="0"/>
                        </a:rPr>
                        <a:t>Local Hardware</a:t>
                      </a:r>
                    </a:p>
                  </a:txBody>
                  <a:tcPr marL="9525" marR="9525" marT="9525" marB="0" anchor="ctr"/>
                </a:tc>
                <a:tc>
                  <a:txBody>
                    <a:bodyPr/>
                    <a:lstStyle/>
                    <a:p>
                      <a:pPr algn="l" fontAlgn="ctr"/>
                      <a:r>
                        <a:rPr lang="en-MY" sz="2000" b="0" i="0" u="none" strike="noStrike">
                          <a:solidFill>
                            <a:srgbClr val="000000"/>
                          </a:solidFill>
                          <a:effectLst/>
                          <a:latin typeface="Aptos Narrow" panose="020B0004020202020204" pitchFamily="34" charset="0"/>
                        </a:rPr>
                        <a:t>Android Smartphones (Android 10+)</a:t>
                      </a:r>
                    </a:p>
                  </a:txBody>
                  <a:tcPr marL="9525" marR="9525" marT="9525" marB="0" anchor="ctr"/>
                </a:tc>
                <a:tc>
                  <a:txBody>
                    <a:bodyPr/>
                    <a:lstStyle/>
                    <a:p>
                      <a:pPr algn="l" fontAlgn="ctr"/>
                      <a:r>
                        <a:rPr lang="en-US" sz="2000" b="0" i="0" u="none" strike="noStrike">
                          <a:solidFill>
                            <a:srgbClr val="000000"/>
                          </a:solidFill>
                          <a:effectLst/>
                          <a:latin typeface="Aptos Narrow" panose="020B0004020202020204" pitchFamily="34" charset="0"/>
                        </a:rPr>
                        <a:t>Testing the app on physical devices</a:t>
                      </a:r>
                    </a:p>
                  </a:txBody>
                  <a:tcPr marL="9525" marR="9525" marT="9525" marB="0" anchor="ctr"/>
                </a:tc>
                <a:extLst>
                  <a:ext uri="{0D108BD9-81ED-4DB2-BD59-A6C34878D82A}">
                    <a16:rowId xmlns:a16="http://schemas.microsoft.com/office/drawing/2014/main" val="672105873"/>
                  </a:ext>
                </a:extLst>
              </a:tr>
              <a:tr h="361475">
                <a:tc>
                  <a:txBody>
                    <a:bodyPr/>
                    <a:lstStyle/>
                    <a:p>
                      <a:pPr algn="l" fontAlgn="ctr"/>
                      <a:r>
                        <a:rPr lang="en-MY" sz="2000" b="0" i="0" u="none" strike="noStrike">
                          <a:solidFill>
                            <a:srgbClr val="000000"/>
                          </a:solidFill>
                          <a:effectLst/>
                          <a:latin typeface="Aptos Narrow" panose="020B0004020202020204" pitchFamily="34" charset="0"/>
                        </a:rPr>
                        <a:t>Authentication</a:t>
                      </a:r>
                    </a:p>
                  </a:txBody>
                  <a:tcPr marL="9525" marR="9525" marT="9525" marB="0" anchor="ctr"/>
                </a:tc>
                <a:tc>
                  <a:txBody>
                    <a:bodyPr/>
                    <a:lstStyle/>
                    <a:p>
                      <a:pPr algn="l" fontAlgn="ctr"/>
                      <a:r>
                        <a:rPr lang="en-MY" sz="2000" b="0" i="0" u="none" strike="noStrike">
                          <a:solidFill>
                            <a:srgbClr val="000000"/>
                          </a:solidFill>
                          <a:effectLst/>
                          <a:latin typeface="Aptos Narrow" panose="020B0004020202020204" pitchFamily="34" charset="0"/>
                        </a:rPr>
                        <a:t>Firebase Authentication</a:t>
                      </a:r>
                    </a:p>
                  </a:txBody>
                  <a:tcPr marL="9525" marR="9525" marT="9525" marB="0" anchor="ctr"/>
                </a:tc>
                <a:tc>
                  <a:txBody>
                    <a:bodyPr/>
                    <a:lstStyle/>
                    <a:p>
                      <a:pPr algn="l" fontAlgn="ctr"/>
                      <a:r>
                        <a:rPr lang="en-US" sz="2000" b="0" i="0" u="none" strike="noStrike">
                          <a:solidFill>
                            <a:srgbClr val="000000"/>
                          </a:solidFill>
                          <a:effectLst/>
                          <a:latin typeface="Aptos Narrow" panose="020B0004020202020204" pitchFamily="34" charset="0"/>
                        </a:rPr>
                        <a:t>Secure user login and authentication</a:t>
                      </a:r>
                    </a:p>
                  </a:txBody>
                  <a:tcPr marL="9525" marR="9525" marT="9525" marB="0" anchor="ctr"/>
                </a:tc>
                <a:extLst>
                  <a:ext uri="{0D108BD9-81ED-4DB2-BD59-A6C34878D82A}">
                    <a16:rowId xmlns:a16="http://schemas.microsoft.com/office/drawing/2014/main" val="2059732602"/>
                  </a:ext>
                </a:extLst>
              </a:tr>
              <a:tr h="361475">
                <a:tc>
                  <a:txBody>
                    <a:bodyPr/>
                    <a:lstStyle/>
                    <a:p>
                      <a:pPr algn="l" fontAlgn="ctr"/>
                      <a:r>
                        <a:rPr lang="en-MY" sz="2000" b="0" i="0" u="none" strike="noStrike">
                          <a:solidFill>
                            <a:srgbClr val="000000"/>
                          </a:solidFill>
                          <a:effectLst/>
                          <a:latin typeface="Aptos Narrow" panose="020B0004020202020204" pitchFamily="34" charset="0"/>
                        </a:rPr>
                        <a:t>Version Control</a:t>
                      </a:r>
                    </a:p>
                  </a:txBody>
                  <a:tcPr marL="9525" marR="9525" marT="9525" marB="0" anchor="ctr"/>
                </a:tc>
                <a:tc>
                  <a:txBody>
                    <a:bodyPr/>
                    <a:lstStyle/>
                    <a:p>
                      <a:pPr algn="l" fontAlgn="ctr"/>
                      <a:r>
                        <a:rPr lang="en-MY" sz="2000" b="0" i="0" u="none" strike="noStrike">
                          <a:solidFill>
                            <a:srgbClr val="000000"/>
                          </a:solidFill>
                          <a:effectLst/>
                          <a:latin typeface="Aptos Narrow" panose="020B0004020202020204" pitchFamily="34" charset="0"/>
                        </a:rPr>
                        <a:t>GitHub</a:t>
                      </a:r>
                    </a:p>
                  </a:txBody>
                  <a:tcPr marL="9525" marR="9525" marT="9525" marB="0" anchor="ctr"/>
                </a:tc>
                <a:tc>
                  <a:txBody>
                    <a:bodyPr/>
                    <a:lstStyle/>
                    <a:p>
                      <a:pPr algn="l" fontAlgn="ctr"/>
                      <a:r>
                        <a:rPr lang="en-MY" sz="2000" b="0" i="0" u="none" strike="noStrike" dirty="0">
                          <a:solidFill>
                            <a:srgbClr val="000000"/>
                          </a:solidFill>
                          <a:effectLst/>
                          <a:latin typeface="Aptos Narrow" panose="020B0004020202020204" pitchFamily="34" charset="0"/>
                        </a:rPr>
                        <a:t>For source code management</a:t>
                      </a:r>
                    </a:p>
                  </a:txBody>
                  <a:tcPr marL="9525" marR="9525" marT="9525" marB="0" anchor="ctr"/>
                </a:tc>
                <a:extLst>
                  <a:ext uri="{0D108BD9-81ED-4DB2-BD59-A6C34878D82A}">
                    <a16:rowId xmlns:a16="http://schemas.microsoft.com/office/drawing/2014/main" val="2610451515"/>
                  </a:ext>
                </a:extLst>
              </a:tr>
            </a:tbl>
          </a:graphicData>
        </a:graphic>
      </p:graphicFrame>
    </p:spTree>
    <p:extLst>
      <p:ext uri="{BB962C8B-B14F-4D97-AF65-F5344CB8AC3E}">
        <p14:creationId xmlns:p14="http://schemas.microsoft.com/office/powerpoint/2010/main" val="3036004872"/>
      </p:ext>
    </p:extLst>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docProps/app.xml><?xml version="1.0" encoding="utf-8"?>
<Properties xmlns="http://schemas.openxmlformats.org/officeDocument/2006/extended-properties" xmlns:vt="http://schemas.openxmlformats.org/officeDocument/2006/docPropsVTypes">
  <Template>Gallery</Template>
  <TotalTime>654</TotalTime>
  <Words>810</Words>
  <Application>Microsoft Office PowerPoint</Application>
  <PresentationFormat>Custom</PresentationFormat>
  <Paragraphs>80</Paragraphs>
  <Slides>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Aptos Narrow</vt:lpstr>
      <vt:lpstr>Arial</vt:lpstr>
      <vt:lpstr>Gill Sans MT</vt:lpstr>
      <vt:lpstr>Times New Roman</vt:lpstr>
      <vt:lpstr>Gallery</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richieyyp richieyyp</dc:creator>
  <cp:lastModifiedBy>yapmh0906</cp:lastModifiedBy>
  <cp:revision>62</cp:revision>
  <dcterms:created xsi:type="dcterms:W3CDTF">2017-11-11T15:21:15Z</dcterms:created>
  <dcterms:modified xsi:type="dcterms:W3CDTF">2024-09-30T13:14:35Z</dcterms:modified>
</cp:coreProperties>
</file>